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2"/>
  </p:notesMasterIdLst>
  <p:sldIdLst>
    <p:sldId id="256" r:id="rId2"/>
    <p:sldId id="258" r:id="rId3"/>
    <p:sldId id="260" r:id="rId4"/>
    <p:sldId id="341" r:id="rId5"/>
    <p:sldId id="314" r:id="rId6"/>
    <p:sldId id="372" r:id="rId7"/>
    <p:sldId id="329" r:id="rId8"/>
    <p:sldId id="342" r:id="rId9"/>
    <p:sldId id="343" r:id="rId10"/>
    <p:sldId id="345" r:id="rId11"/>
    <p:sldId id="346" r:id="rId12"/>
    <p:sldId id="347" r:id="rId13"/>
    <p:sldId id="348" r:id="rId14"/>
    <p:sldId id="350" r:id="rId15"/>
    <p:sldId id="353" r:id="rId16"/>
    <p:sldId id="351" r:id="rId17"/>
    <p:sldId id="352" r:id="rId18"/>
    <p:sldId id="354" r:id="rId19"/>
    <p:sldId id="356" r:id="rId20"/>
    <p:sldId id="359" r:id="rId21"/>
    <p:sldId id="360" r:id="rId22"/>
    <p:sldId id="361" r:id="rId23"/>
    <p:sldId id="363" r:id="rId24"/>
    <p:sldId id="364" r:id="rId25"/>
    <p:sldId id="358" r:id="rId26"/>
    <p:sldId id="365" r:id="rId27"/>
    <p:sldId id="367" r:id="rId28"/>
    <p:sldId id="374" r:id="rId29"/>
    <p:sldId id="373" r:id="rId30"/>
    <p:sldId id="366" r:id="rId31"/>
  </p:sldIdLst>
  <p:sldSz cx="9144000" cy="5143500" type="screen16x9"/>
  <p:notesSz cx="6858000" cy="9144000"/>
  <p:embeddedFontLst>
    <p:embeddedFont>
      <p:font typeface="Albert Sans" panose="020B0604020202020204" charset="0"/>
      <p:regular r:id="rId33"/>
      <p:bold r:id="rId34"/>
      <p:italic r:id="rId35"/>
      <p:boldItalic r:id="rId36"/>
    </p:embeddedFont>
    <p:embeddedFont>
      <p:font typeface="Alexandria Medium" panose="020B0604020202020204" charset="-78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669"/>
    <a:srgbClr val="ACDEEC"/>
    <a:srgbClr val="43656E"/>
    <a:srgbClr val="FF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B16C2-F0B2-40C5-86B7-F397ADAD682F}" v="43" dt="2026-01-26T15:36:38.417"/>
  </p1510:revLst>
</p1510:revInfo>
</file>

<file path=ppt/tableStyles.xml><?xml version="1.0" encoding="utf-8"?>
<a:tblStyleLst xmlns:a="http://schemas.openxmlformats.org/drawingml/2006/main" def="{769D2820-3025-494B-BCA4-C2BF6F9F02E9}">
  <a:tblStyle styleId="{769D2820-3025-494B-BCA4-C2BF6F9F02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C5DBBC2-F176-4C35-843F-43BAB5412D7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ARDO MORAIS CHAGAS" userId="29989a8d-2ac1-4315-b1ba-bddc3bf5be18" providerId="ADAL" clId="{4A24DA73-32CA-46E4-AC17-09BFC7B61011}"/>
    <pc:docChg chg="undo redo custSel addSld delSld modSld sldOrd">
      <pc:chgData name="BERNARDO MORAIS CHAGAS" userId="29989a8d-2ac1-4315-b1ba-bddc3bf5be18" providerId="ADAL" clId="{4A24DA73-32CA-46E4-AC17-09BFC7B61011}" dt="2026-01-26T16:27:37.153" v="1524" actId="20577"/>
      <pc:docMkLst>
        <pc:docMk/>
      </pc:docMkLst>
      <pc:sldChg chg="modSp mod">
        <pc:chgData name="BERNARDO MORAIS CHAGAS" userId="29989a8d-2ac1-4315-b1ba-bddc3bf5be18" providerId="ADAL" clId="{4A24DA73-32CA-46E4-AC17-09BFC7B61011}" dt="2026-01-25T18:41:31.242" v="10" actId="121"/>
        <pc:sldMkLst>
          <pc:docMk/>
          <pc:sldMk cId="0" sldId="256"/>
        </pc:sldMkLst>
        <pc:spChg chg="mod">
          <ac:chgData name="BERNARDO MORAIS CHAGAS" userId="29989a8d-2ac1-4315-b1ba-bddc3bf5be18" providerId="ADAL" clId="{4A24DA73-32CA-46E4-AC17-09BFC7B61011}" dt="2026-01-25T18:41:31.242" v="10" actId="121"/>
          <ac:spMkLst>
            <pc:docMk/>
            <pc:sldMk cId="0" sldId="256"/>
            <ac:spMk id="4" creationId="{D227B642-5755-E105-E807-D3A319C91B20}"/>
          </ac:spMkLst>
        </pc:spChg>
      </pc:sldChg>
      <pc:sldChg chg="addSp delSp modSp mod">
        <pc:chgData name="BERNARDO MORAIS CHAGAS" userId="29989a8d-2ac1-4315-b1ba-bddc3bf5be18" providerId="ADAL" clId="{4A24DA73-32CA-46E4-AC17-09BFC7B61011}" dt="2026-01-26T14:35:49.311" v="180" actId="1036"/>
        <pc:sldMkLst>
          <pc:docMk/>
          <pc:sldMk cId="0" sldId="258"/>
        </pc:sldMkLst>
        <pc:spChg chg="add del mod">
          <ac:chgData name="BERNARDO MORAIS CHAGAS" userId="29989a8d-2ac1-4315-b1ba-bddc3bf5be18" providerId="ADAL" clId="{4A24DA73-32CA-46E4-AC17-09BFC7B61011}" dt="2026-01-26T14:35:49.311" v="180" actId="1036"/>
          <ac:spMkLst>
            <pc:docMk/>
            <pc:sldMk cId="0" sldId="258"/>
            <ac:spMk id="2" creationId="{A4F53A6B-19A2-E733-1C70-574C5A9881B9}"/>
          </ac:spMkLst>
        </pc:spChg>
        <pc:spChg chg="add mod">
          <ac:chgData name="BERNARDO MORAIS CHAGAS" userId="29989a8d-2ac1-4315-b1ba-bddc3bf5be18" providerId="ADAL" clId="{4A24DA73-32CA-46E4-AC17-09BFC7B61011}" dt="2026-01-26T14:35:49.311" v="180" actId="1036"/>
          <ac:spMkLst>
            <pc:docMk/>
            <pc:sldMk cId="0" sldId="258"/>
            <ac:spMk id="3" creationId="{891A632A-8927-B9FE-BDF5-398970A5898E}"/>
          </ac:spMkLst>
        </pc:spChg>
        <pc:spChg chg="add del mod">
          <ac:chgData name="BERNARDO MORAIS CHAGAS" userId="29989a8d-2ac1-4315-b1ba-bddc3bf5be18" providerId="ADAL" clId="{4A24DA73-32CA-46E4-AC17-09BFC7B61011}" dt="2026-01-26T14:35:09.597" v="160" actId="478"/>
          <ac:spMkLst>
            <pc:docMk/>
            <pc:sldMk cId="0" sldId="258"/>
            <ac:spMk id="5" creationId="{C0839D45-6013-FA55-16BB-CAE1DD2761AB}"/>
          </ac:spMkLst>
        </pc:spChg>
        <pc:spChg chg="add del mod">
          <ac:chgData name="BERNARDO MORAIS CHAGAS" userId="29989a8d-2ac1-4315-b1ba-bddc3bf5be18" providerId="ADAL" clId="{4A24DA73-32CA-46E4-AC17-09BFC7B61011}" dt="2026-01-26T14:35:09.353" v="159" actId="478"/>
          <ac:spMkLst>
            <pc:docMk/>
            <pc:sldMk cId="0" sldId="258"/>
            <ac:spMk id="7" creationId="{D23EF54E-D6B0-34E5-3E72-B028D46C8AA0}"/>
          </ac:spMkLst>
        </pc:spChg>
        <pc:spChg chg="add del mod">
          <ac:chgData name="BERNARDO MORAIS CHAGAS" userId="29989a8d-2ac1-4315-b1ba-bddc3bf5be18" providerId="ADAL" clId="{4A24DA73-32CA-46E4-AC17-09BFC7B61011}" dt="2026-01-26T14:35:49.311" v="180" actId="1036"/>
          <ac:spMkLst>
            <pc:docMk/>
            <pc:sldMk cId="0" sldId="258"/>
            <ac:spMk id="206" creationId="{00000000-0000-0000-0000-000000000000}"/>
          </ac:spMkLst>
        </pc:spChg>
        <pc:spChg chg="mod">
          <ac:chgData name="BERNARDO MORAIS CHAGAS" userId="29989a8d-2ac1-4315-b1ba-bddc3bf5be18" providerId="ADAL" clId="{4A24DA73-32CA-46E4-AC17-09BFC7B61011}" dt="2026-01-26T14:35:49.311" v="180" actId="1036"/>
          <ac:spMkLst>
            <pc:docMk/>
            <pc:sldMk cId="0" sldId="258"/>
            <ac:spMk id="207" creationId="{00000000-0000-0000-0000-000000000000}"/>
          </ac:spMkLst>
        </pc:spChg>
        <pc:spChg chg="add del mod">
          <ac:chgData name="BERNARDO MORAIS CHAGAS" userId="29989a8d-2ac1-4315-b1ba-bddc3bf5be18" providerId="ADAL" clId="{4A24DA73-32CA-46E4-AC17-09BFC7B61011}" dt="2026-01-26T14:35:09.353" v="159" actId="478"/>
          <ac:spMkLst>
            <pc:docMk/>
            <pc:sldMk cId="0" sldId="258"/>
            <ac:spMk id="209" creationId="{00000000-0000-0000-0000-000000000000}"/>
          </ac:spMkLst>
        </pc:spChg>
        <pc:spChg chg="mod">
          <ac:chgData name="BERNARDO MORAIS CHAGAS" userId="29989a8d-2ac1-4315-b1ba-bddc3bf5be18" providerId="ADAL" clId="{4A24DA73-32CA-46E4-AC17-09BFC7B61011}" dt="2026-01-26T14:33:54.161" v="56" actId="10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BERNARDO MORAIS CHAGAS" userId="29989a8d-2ac1-4315-b1ba-bddc3bf5be18" providerId="ADAL" clId="{4A24DA73-32CA-46E4-AC17-09BFC7B61011}" dt="2026-01-26T14:33:54.161" v="56" actId="1036"/>
          <ac:spMkLst>
            <pc:docMk/>
            <pc:sldMk cId="0" sldId="258"/>
            <ac:spMk id="211" creationId="{00000000-0000-0000-0000-000000000000}"/>
          </ac:spMkLst>
        </pc:spChg>
        <pc:spChg chg="mod">
          <ac:chgData name="BERNARDO MORAIS CHAGAS" userId="29989a8d-2ac1-4315-b1ba-bddc3bf5be18" providerId="ADAL" clId="{4A24DA73-32CA-46E4-AC17-09BFC7B61011}" dt="2026-01-26T14:33:54.161" v="56" actId="1036"/>
          <ac:spMkLst>
            <pc:docMk/>
            <pc:sldMk cId="0" sldId="258"/>
            <ac:spMk id="212" creationId="{00000000-0000-0000-0000-000000000000}"/>
          </ac:spMkLst>
        </pc:spChg>
        <pc:spChg chg="mod">
          <ac:chgData name="BERNARDO MORAIS CHAGAS" userId="29989a8d-2ac1-4315-b1ba-bddc3bf5be18" providerId="ADAL" clId="{4A24DA73-32CA-46E4-AC17-09BFC7B61011}" dt="2026-01-26T14:33:54.161" v="56" actId="1036"/>
          <ac:spMkLst>
            <pc:docMk/>
            <pc:sldMk cId="0" sldId="258"/>
            <ac:spMk id="213" creationId="{00000000-0000-0000-0000-000000000000}"/>
          </ac:spMkLst>
        </pc:spChg>
        <pc:spChg chg="mod">
          <ac:chgData name="BERNARDO MORAIS CHAGAS" userId="29989a8d-2ac1-4315-b1ba-bddc3bf5be18" providerId="ADAL" clId="{4A24DA73-32CA-46E4-AC17-09BFC7B61011}" dt="2026-01-26T14:33:54.161" v="56" actId="1036"/>
          <ac:spMkLst>
            <pc:docMk/>
            <pc:sldMk cId="0" sldId="258"/>
            <ac:spMk id="214" creationId="{00000000-0000-0000-0000-000000000000}"/>
          </ac:spMkLst>
        </pc:spChg>
      </pc:sldChg>
      <pc:sldChg chg="add del">
        <pc:chgData name="BERNARDO MORAIS CHAGAS" userId="29989a8d-2ac1-4315-b1ba-bddc3bf5be18" providerId="ADAL" clId="{4A24DA73-32CA-46E4-AC17-09BFC7B61011}" dt="2026-01-26T15:24:40.470" v="1385" actId="47"/>
        <pc:sldMkLst>
          <pc:docMk/>
          <pc:sldMk cId="0" sldId="260"/>
        </pc:sldMkLst>
      </pc:sldChg>
      <pc:sldChg chg="del">
        <pc:chgData name="BERNARDO MORAIS CHAGAS" userId="29989a8d-2ac1-4315-b1ba-bddc3bf5be18" providerId="ADAL" clId="{4A24DA73-32CA-46E4-AC17-09BFC7B61011}" dt="2026-01-25T18:50:41.764" v="16" actId="47"/>
        <pc:sldMkLst>
          <pc:docMk/>
          <pc:sldMk cId="3973718008" sldId="312"/>
        </pc:sldMkLst>
      </pc:sldChg>
      <pc:sldChg chg="modSp add del mod ord">
        <pc:chgData name="BERNARDO MORAIS CHAGAS" userId="29989a8d-2ac1-4315-b1ba-bddc3bf5be18" providerId="ADAL" clId="{4A24DA73-32CA-46E4-AC17-09BFC7B61011}" dt="2026-01-26T15:24:43.802" v="1387" actId="47"/>
        <pc:sldMkLst>
          <pc:docMk/>
          <pc:sldMk cId="1657596407" sldId="313"/>
        </pc:sldMkLst>
        <pc:spChg chg="mod">
          <ac:chgData name="BERNARDO MORAIS CHAGAS" userId="29989a8d-2ac1-4315-b1ba-bddc3bf5be18" providerId="ADAL" clId="{4A24DA73-32CA-46E4-AC17-09BFC7B61011}" dt="2026-01-25T18:51:26.688" v="36" actId="20577"/>
          <ac:spMkLst>
            <pc:docMk/>
            <pc:sldMk cId="1657596407" sldId="313"/>
            <ac:spMk id="234" creationId="{B81CA370-7D58-FF0B-95F4-415143865E08}"/>
          </ac:spMkLst>
        </pc:spChg>
      </pc:sldChg>
      <pc:sldChg chg="add del">
        <pc:chgData name="BERNARDO MORAIS CHAGAS" userId="29989a8d-2ac1-4315-b1ba-bddc3bf5be18" providerId="ADAL" clId="{4A24DA73-32CA-46E4-AC17-09BFC7B61011}" dt="2026-01-26T15:24:40.693" v="1386" actId="47"/>
        <pc:sldMkLst>
          <pc:docMk/>
          <pc:sldMk cId="1865162282" sldId="314"/>
        </pc:sldMkLst>
      </pc:sldChg>
      <pc:sldChg chg="addSp delSp modSp mod ord">
        <pc:chgData name="BERNARDO MORAIS CHAGAS" userId="29989a8d-2ac1-4315-b1ba-bddc3bf5be18" providerId="ADAL" clId="{4A24DA73-32CA-46E4-AC17-09BFC7B61011}" dt="2026-01-26T15:36:48.914" v="1417" actId="108"/>
        <pc:sldMkLst>
          <pc:docMk/>
          <pc:sldMk cId="2770364874" sldId="329"/>
        </pc:sldMkLst>
        <pc:spChg chg="del">
          <ac:chgData name="BERNARDO MORAIS CHAGAS" userId="29989a8d-2ac1-4315-b1ba-bddc3bf5be18" providerId="ADAL" clId="{4A24DA73-32CA-46E4-AC17-09BFC7B61011}" dt="2026-01-26T14:53:13.552" v="423" actId="478"/>
          <ac:spMkLst>
            <pc:docMk/>
            <pc:sldMk cId="2770364874" sldId="329"/>
            <ac:spMk id="4" creationId="{329BB9FA-F628-4289-0C50-B74258B8F6E4}"/>
          </ac:spMkLst>
        </pc:spChg>
        <pc:spChg chg="del mod">
          <ac:chgData name="BERNARDO MORAIS CHAGAS" userId="29989a8d-2ac1-4315-b1ba-bddc3bf5be18" providerId="ADAL" clId="{4A24DA73-32CA-46E4-AC17-09BFC7B61011}" dt="2026-01-26T14:52:20.782" v="420" actId="478"/>
          <ac:spMkLst>
            <pc:docMk/>
            <pc:sldMk cId="2770364874" sldId="329"/>
            <ac:spMk id="5" creationId="{298DFC61-9497-3F45-10FC-A57917B2CEB5}"/>
          </ac:spMkLst>
        </pc:spChg>
        <pc:spChg chg="add mod">
          <ac:chgData name="BERNARDO MORAIS CHAGAS" userId="29989a8d-2ac1-4315-b1ba-bddc3bf5be18" providerId="ADAL" clId="{4A24DA73-32CA-46E4-AC17-09BFC7B61011}" dt="2026-01-26T15:36:48.914" v="1417" actId="108"/>
          <ac:spMkLst>
            <pc:docMk/>
            <pc:sldMk cId="2770364874" sldId="329"/>
            <ac:spMk id="7" creationId="{E65F3698-02FB-0F9E-6F28-988A0F8470E0}"/>
          </ac:spMkLst>
        </pc:spChg>
        <pc:spChg chg="add del mod">
          <ac:chgData name="BERNARDO MORAIS CHAGAS" userId="29989a8d-2ac1-4315-b1ba-bddc3bf5be18" providerId="ADAL" clId="{4A24DA73-32CA-46E4-AC17-09BFC7B61011}" dt="2026-01-26T14:54:37.043" v="441" actId="478"/>
          <ac:spMkLst>
            <pc:docMk/>
            <pc:sldMk cId="2770364874" sldId="329"/>
            <ac:spMk id="8" creationId="{A30403B1-A16A-BD20-6F55-FEA06EE98935}"/>
          </ac:spMkLst>
        </pc:spChg>
        <pc:picChg chg="add mod modCrop">
          <ac:chgData name="BERNARDO MORAIS CHAGAS" userId="29989a8d-2ac1-4315-b1ba-bddc3bf5be18" providerId="ADAL" clId="{4A24DA73-32CA-46E4-AC17-09BFC7B61011}" dt="2026-01-26T14:55:36.458" v="468" actId="1076"/>
          <ac:picMkLst>
            <pc:docMk/>
            <pc:sldMk cId="2770364874" sldId="329"/>
            <ac:picMk id="3" creationId="{F72ED28F-5E0D-532D-F626-57A2749C57C2}"/>
          </ac:picMkLst>
        </pc:picChg>
        <pc:picChg chg="del">
          <ac:chgData name="BERNARDO MORAIS CHAGAS" userId="29989a8d-2ac1-4315-b1ba-bddc3bf5be18" providerId="ADAL" clId="{4A24DA73-32CA-46E4-AC17-09BFC7B61011}" dt="2026-01-26T14:52:17.335" v="419" actId="478"/>
          <ac:picMkLst>
            <pc:docMk/>
            <pc:sldMk cId="2770364874" sldId="329"/>
            <ac:picMk id="2050" creationId="{91766A11-BEC5-D2B7-DD71-FEC03AB79F91}"/>
          </ac:picMkLst>
        </pc:picChg>
      </pc:sldChg>
      <pc:sldChg chg="modSp mod">
        <pc:chgData name="BERNARDO MORAIS CHAGAS" userId="29989a8d-2ac1-4315-b1ba-bddc3bf5be18" providerId="ADAL" clId="{4A24DA73-32CA-46E4-AC17-09BFC7B61011}" dt="2026-01-25T18:50:17.248" v="15" actId="207"/>
        <pc:sldMkLst>
          <pc:docMk/>
          <pc:sldMk cId="2746750806" sldId="343"/>
        </pc:sldMkLst>
        <pc:graphicFrameChg chg="mod modGraphic">
          <ac:chgData name="BERNARDO MORAIS CHAGAS" userId="29989a8d-2ac1-4315-b1ba-bddc3bf5be18" providerId="ADAL" clId="{4A24DA73-32CA-46E4-AC17-09BFC7B61011}" dt="2026-01-25T18:50:17.248" v="15" actId="207"/>
          <ac:graphicFrameMkLst>
            <pc:docMk/>
            <pc:sldMk cId="2746750806" sldId="343"/>
            <ac:graphicFrameMk id="3" creationId="{D1C74D19-7B6D-FB00-5062-4E5CEE15F403}"/>
          </ac:graphicFrameMkLst>
        </pc:graphicFrameChg>
      </pc:sldChg>
      <pc:sldChg chg="modSp add del mod">
        <pc:chgData name="BERNARDO MORAIS CHAGAS" userId="29989a8d-2ac1-4315-b1ba-bddc3bf5be18" providerId="ADAL" clId="{4A24DA73-32CA-46E4-AC17-09BFC7B61011}" dt="2026-01-26T15:24:48.198" v="1389" actId="47"/>
        <pc:sldMkLst>
          <pc:docMk/>
          <pc:sldMk cId="4023669061" sldId="349"/>
        </pc:sldMkLst>
        <pc:spChg chg="mod">
          <ac:chgData name="BERNARDO MORAIS CHAGAS" userId="29989a8d-2ac1-4315-b1ba-bddc3bf5be18" providerId="ADAL" clId="{4A24DA73-32CA-46E4-AC17-09BFC7B61011}" dt="2026-01-26T15:04:08.840" v="903" actId="113"/>
          <ac:spMkLst>
            <pc:docMk/>
            <pc:sldMk cId="4023669061" sldId="349"/>
            <ac:spMk id="234" creationId="{EA16BB96-029C-79BA-1E6F-A2D821754D5A}"/>
          </ac:spMkLst>
        </pc:spChg>
      </pc:sldChg>
      <pc:sldChg chg="modSp mod">
        <pc:chgData name="BERNARDO MORAIS CHAGAS" userId="29989a8d-2ac1-4315-b1ba-bddc3bf5be18" providerId="ADAL" clId="{4A24DA73-32CA-46E4-AC17-09BFC7B61011}" dt="2026-01-26T15:39:59.624" v="1426" actId="20577"/>
        <pc:sldMkLst>
          <pc:docMk/>
          <pc:sldMk cId="105576227" sldId="350"/>
        </pc:sldMkLst>
        <pc:spChg chg="mod">
          <ac:chgData name="BERNARDO MORAIS CHAGAS" userId="29989a8d-2ac1-4315-b1ba-bddc3bf5be18" providerId="ADAL" clId="{4A24DA73-32CA-46E4-AC17-09BFC7B61011}" dt="2026-01-26T15:39:59.624" v="1426" actId="20577"/>
          <ac:spMkLst>
            <pc:docMk/>
            <pc:sldMk cId="105576227" sldId="350"/>
            <ac:spMk id="5" creationId="{085482C5-E7DB-0129-3AC6-21FE5A764254}"/>
          </ac:spMkLst>
        </pc:spChg>
      </pc:sldChg>
      <pc:sldChg chg="addSp delSp modSp add del mod">
        <pc:chgData name="BERNARDO MORAIS CHAGAS" userId="29989a8d-2ac1-4315-b1ba-bddc3bf5be18" providerId="ADAL" clId="{4A24DA73-32CA-46E4-AC17-09BFC7B61011}" dt="2026-01-26T14:38:04.009" v="198" actId="1076"/>
        <pc:sldMkLst>
          <pc:docMk/>
          <pc:sldMk cId="3912431221" sldId="351"/>
        </pc:sldMkLst>
        <pc:spChg chg="add del mod">
          <ac:chgData name="BERNARDO MORAIS CHAGAS" userId="29989a8d-2ac1-4315-b1ba-bddc3bf5be18" providerId="ADAL" clId="{4A24DA73-32CA-46E4-AC17-09BFC7B61011}" dt="2026-01-26T14:37:53.009" v="194" actId="478"/>
          <ac:spMkLst>
            <pc:docMk/>
            <pc:sldMk cId="3912431221" sldId="351"/>
            <ac:spMk id="2" creationId="{7C82C469-1D89-9D98-5293-815BA76BF0B6}"/>
          </ac:spMkLst>
        </pc:spChg>
        <pc:spChg chg="add">
          <ac:chgData name="BERNARDO MORAIS CHAGAS" userId="29989a8d-2ac1-4315-b1ba-bddc3bf5be18" providerId="ADAL" clId="{4A24DA73-32CA-46E4-AC17-09BFC7B61011}" dt="2026-01-26T14:37:56.723" v="195"/>
          <ac:spMkLst>
            <pc:docMk/>
            <pc:sldMk cId="3912431221" sldId="351"/>
            <ac:spMk id="3" creationId="{D1C2A923-EE33-95C0-F9E3-726E02D0EAC1}"/>
          </ac:spMkLst>
        </pc:spChg>
        <pc:picChg chg="add mod">
          <ac:chgData name="BERNARDO MORAIS CHAGAS" userId="29989a8d-2ac1-4315-b1ba-bddc3bf5be18" providerId="ADAL" clId="{4A24DA73-32CA-46E4-AC17-09BFC7B61011}" dt="2026-01-26T14:38:04.009" v="198" actId="1076"/>
          <ac:picMkLst>
            <pc:docMk/>
            <pc:sldMk cId="3912431221" sldId="351"/>
            <ac:picMk id="4" creationId="{02833D2B-0791-35B3-8F58-FFABA8FEE7A0}"/>
          </ac:picMkLst>
        </pc:picChg>
        <pc:picChg chg="del">
          <ac:chgData name="BERNARDO MORAIS CHAGAS" userId="29989a8d-2ac1-4315-b1ba-bddc3bf5be18" providerId="ADAL" clId="{4A24DA73-32CA-46E4-AC17-09BFC7B61011}" dt="2026-01-26T14:37:20.352" v="187" actId="478"/>
          <ac:picMkLst>
            <pc:docMk/>
            <pc:sldMk cId="3912431221" sldId="351"/>
            <ac:picMk id="7" creationId="{F223C46B-2655-CD1A-D055-C1DA89B68617}"/>
          </ac:picMkLst>
        </pc:picChg>
      </pc:sldChg>
      <pc:sldChg chg="addSp delSp modSp mod">
        <pc:chgData name="BERNARDO MORAIS CHAGAS" userId="29989a8d-2ac1-4315-b1ba-bddc3bf5be18" providerId="ADAL" clId="{4A24DA73-32CA-46E4-AC17-09BFC7B61011}" dt="2026-01-26T14:39:19.418" v="228" actId="1076"/>
        <pc:sldMkLst>
          <pc:docMk/>
          <pc:sldMk cId="397401269" sldId="352"/>
        </pc:sldMkLst>
        <pc:spChg chg="add">
          <ac:chgData name="BERNARDO MORAIS CHAGAS" userId="29989a8d-2ac1-4315-b1ba-bddc3bf5be18" providerId="ADAL" clId="{4A24DA73-32CA-46E4-AC17-09BFC7B61011}" dt="2026-01-26T14:38:29.751" v="200"/>
          <ac:spMkLst>
            <pc:docMk/>
            <pc:sldMk cId="397401269" sldId="352"/>
            <ac:spMk id="2" creationId="{8FF2A366-F2C1-2E1B-0091-0B1258E49DBB}"/>
          </ac:spMkLst>
        </pc:spChg>
        <pc:spChg chg="mod">
          <ac:chgData name="BERNARDO MORAIS CHAGAS" userId="29989a8d-2ac1-4315-b1ba-bddc3bf5be18" providerId="ADAL" clId="{4A24DA73-32CA-46E4-AC17-09BFC7B61011}" dt="2026-01-26T14:39:14.377" v="226" actId="20577"/>
          <ac:spMkLst>
            <pc:docMk/>
            <pc:sldMk cId="397401269" sldId="352"/>
            <ac:spMk id="4" creationId="{122C69FE-ADBF-6FEF-AECD-48FED81C9785}"/>
          </ac:spMkLst>
        </pc:spChg>
        <pc:picChg chg="add mod">
          <ac:chgData name="BERNARDO MORAIS CHAGAS" userId="29989a8d-2ac1-4315-b1ba-bddc3bf5be18" providerId="ADAL" clId="{4A24DA73-32CA-46E4-AC17-09BFC7B61011}" dt="2026-01-26T14:39:19.418" v="228" actId="1076"/>
          <ac:picMkLst>
            <pc:docMk/>
            <pc:sldMk cId="397401269" sldId="352"/>
            <ac:picMk id="3" creationId="{91FE801A-DB0E-1414-D7C2-A552D05D95AE}"/>
          </ac:picMkLst>
        </pc:picChg>
        <pc:picChg chg="del">
          <ac:chgData name="BERNARDO MORAIS CHAGAS" userId="29989a8d-2ac1-4315-b1ba-bddc3bf5be18" providerId="ADAL" clId="{4A24DA73-32CA-46E4-AC17-09BFC7B61011}" dt="2026-01-26T14:38:28.378" v="199" actId="478"/>
          <ac:picMkLst>
            <pc:docMk/>
            <pc:sldMk cId="397401269" sldId="352"/>
            <ac:picMk id="5" creationId="{6027BA6F-F4D4-7C9D-464A-379E55AFCF50}"/>
          </ac:picMkLst>
        </pc:picChg>
      </pc:sldChg>
      <pc:sldChg chg="modSp add del mod">
        <pc:chgData name="BERNARDO MORAIS CHAGAS" userId="29989a8d-2ac1-4315-b1ba-bddc3bf5be18" providerId="ADAL" clId="{4A24DA73-32CA-46E4-AC17-09BFC7B61011}" dt="2026-01-26T15:24:39.738" v="1381" actId="47"/>
        <pc:sldMkLst>
          <pc:docMk/>
          <pc:sldMk cId="708076208" sldId="353"/>
        </pc:sldMkLst>
        <pc:spChg chg="mod">
          <ac:chgData name="BERNARDO MORAIS CHAGAS" userId="29989a8d-2ac1-4315-b1ba-bddc3bf5be18" providerId="ADAL" clId="{4A24DA73-32CA-46E4-AC17-09BFC7B61011}" dt="2026-01-26T15:04:13.367" v="906" actId="6549"/>
          <ac:spMkLst>
            <pc:docMk/>
            <pc:sldMk cId="708076208" sldId="353"/>
            <ac:spMk id="234" creationId="{11627E09-928F-4516-A22E-E97122F171AF}"/>
          </ac:spMkLst>
        </pc:spChg>
      </pc:sldChg>
      <pc:sldChg chg="modSp mod">
        <pc:chgData name="BERNARDO MORAIS CHAGAS" userId="29989a8d-2ac1-4315-b1ba-bddc3bf5be18" providerId="ADAL" clId="{4A24DA73-32CA-46E4-AC17-09BFC7B61011}" dt="2026-01-26T16:21:24.733" v="1458" actId="20577"/>
        <pc:sldMkLst>
          <pc:docMk/>
          <pc:sldMk cId="1111327461" sldId="354"/>
        </pc:sldMkLst>
        <pc:spChg chg="mod">
          <ac:chgData name="BERNARDO MORAIS CHAGAS" userId="29989a8d-2ac1-4315-b1ba-bddc3bf5be18" providerId="ADAL" clId="{4A24DA73-32CA-46E4-AC17-09BFC7B61011}" dt="2026-01-26T14:40:21.603" v="252" actId="20577"/>
          <ac:spMkLst>
            <pc:docMk/>
            <pc:sldMk cId="1111327461" sldId="354"/>
            <ac:spMk id="4" creationId="{776E8C8E-C2C8-98AC-4BC2-94A742DC83FA}"/>
          </ac:spMkLst>
        </pc:spChg>
        <pc:spChg chg="mod">
          <ac:chgData name="BERNARDO MORAIS CHAGAS" userId="29989a8d-2ac1-4315-b1ba-bddc3bf5be18" providerId="ADAL" clId="{4A24DA73-32CA-46E4-AC17-09BFC7B61011}" dt="2026-01-26T16:21:24.733" v="1458" actId="20577"/>
          <ac:spMkLst>
            <pc:docMk/>
            <pc:sldMk cId="1111327461" sldId="354"/>
            <ac:spMk id="234" creationId="{22941EBA-82C4-5264-3538-03A0C725E313}"/>
          </ac:spMkLst>
        </pc:spChg>
      </pc:sldChg>
      <pc:sldChg chg="addSp delSp modSp mod">
        <pc:chgData name="BERNARDO MORAIS CHAGAS" userId="29989a8d-2ac1-4315-b1ba-bddc3bf5be18" providerId="ADAL" clId="{4A24DA73-32CA-46E4-AC17-09BFC7B61011}" dt="2026-01-26T14:41:27.623" v="262" actId="14100"/>
        <pc:sldMkLst>
          <pc:docMk/>
          <pc:sldMk cId="3957251294" sldId="356"/>
        </pc:sldMkLst>
        <pc:picChg chg="add mod">
          <ac:chgData name="BERNARDO MORAIS CHAGAS" userId="29989a8d-2ac1-4315-b1ba-bddc3bf5be18" providerId="ADAL" clId="{4A24DA73-32CA-46E4-AC17-09BFC7B61011}" dt="2026-01-26T14:41:27.623" v="262" actId="14100"/>
          <ac:picMkLst>
            <pc:docMk/>
            <pc:sldMk cId="3957251294" sldId="356"/>
            <ac:picMk id="3" creationId="{EA0935CF-2DAE-F890-672F-09F941CF9AE2}"/>
          </ac:picMkLst>
        </pc:picChg>
        <pc:picChg chg="add mod">
          <ac:chgData name="BERNARDO MORAIS CHAGAS" userId="29989a8d-2ac1-4315-b1ba-bddc3bf5be18" providerId="ADAL" clId="{4A24DA73-32CA-46E4-AC17-09BFC7B61011}" dt="2026-01-26T14:41:24.101" v="260" actId="1076"/>
          <ac:picMkLst>
            <pc:docMk/>
            <pc:sldMk cId="3957251294" sldId="356"/>
            <ac:picMk id="5" creationId="{4E7474B7-A24C-053A-1806-D9D1E8420471}"/>
          </ac:picMkLst>
        </pc:picChg>
        <pc:picChg chg="del">
          <ac:chgData name="BERNARDO MORAIS CHAGAS" userId="29989a8d-2ac1-4315-b1ba-bddc3bf5be18" providerId="ADAL" clId="{4A24DA73-32CA-46E4-AC17-09BFC7B61011}" dt="2026-01-26T14:41:14.735" v="254" actId="478"/>
          <ac:picMkLst>
            <pc:docMk/>
            <pc:sldMk cId="3957251294" sldId="356"/>
            <ac:picMk id="11" creationId="{B4D06FF6-EA3E-490D-B5BA-462E6FE2A645}"/>
          </ac:picMkLst>
        </pc:picChg>
        <pc:picChg chg="del mod">
          <ac:chgData name="BERNARDO MORAIS CHAGAS" userId="29989a8d-2ac1-4315-b1ba-bddc3bf5be18" providerId="ADAL" clId="{4A24DA73-32CA-46E4-AC17-09BFC7B61011}" dt="2026-01-26T14:41:17.865" v="257" actId="478"/>
          <ac:picMkLst>
            <pc:docMk/>
            <pc:sldMk cId="3957251294" sldId="356"/>
            <ac:picMk id="13" creationId="{1FA44534-3F5C-46EB-7993-0792BC596723}"/>
          </ac:picMkLst>
        </pc:picChg>
      </pc:sldChg>
      <pc:sldChg chg="modSp add del mod">
        <pc:chgData name="BERNARDO MORAIS CHAGAS" userId="29989a8d-2ac1-4315-b1ba-bddc3bf5be18" providerId="ADAL" clId="{4A24DA73-32CA-46E4-AC17-09BFC7B61011}" dt="2026-01-26T15:24:53.671" v="1392" actId="47"/>
        <pc:sldMkLst>
          <pc:docMk/>
          <pc:sldMk cId="98258727" sldId="357"/>
        </pc:sldMkLst>
        <pc:spChg chg="mod">
          <ac:chgData name="BERNARDO MORAIS CHAGAS" userId="29989a8d-2ac1-4315-b1ba-bddc3bf5be18" providerId="ADAL" clId="{4A24DA73-32CA-46E4-AC17-09BFC7B61011}" dt="2026-01-26T15:04:27.700" v="913" actId="113"/>
          <ac:spMkLst>
            <pc:docMk/>
            <pc:sldMk cId="98258727" sldId="357"/>
            <ac:spMk id="234" creationId="{E1D82259-ADD8-4329-5CCB-14486706D3B4}"/>
          </ac:spMkLst>
        </pc:spChg>
      </pc:sldChg>
      <pc:sldChg chg="modSp mod ord">
        <pc:chgData name="BERNARDO MORAIS CHAGAS" userId="29989a8d-2ac1-4315-b1ba-bddc3bf5be18" providerId="ADAL" clId="{4A24DA73-32CA-46E4-AC17-09BFC7B61011}" dt="2026-01-26T14:47:01.148" v="383"/>
        <pc:sldMkLst>
          <pc:docMk/>
          <pc:sldMk cId="2891810591" sldId="358"/>
        </pc:sldMkLst>
        <pc:graphicFrameChg chg="modGraphic">
          <ac:chgData name="BERNARDO MORAIS CHAGAS" userId="29989a8d-2ac1-4315-b1ba-bddc3bf5be18" providerId="ADAL" clId="{4A24DA73-32CA-46E4-AC17-09BFC7B61011}" dt="2026-01-26T14:46:44.878" v="381" actId="20577"/>
          <ac:graphicFrameMkLst>
            <pc:docMk/>
            <pc:sldMk cId="2891810591" sldId="358"/>
            <ac:graphicFrameMk id="9" creationId="{2010A58C-2212-7787-0816-F35D324AC18B}"/>
          </ac:graphicFrameMkLst>
        </pc:graphicFrameChg>
      </pc:sldChg>
      <pc:sldChg chg="addSp delSp modSp mod">
        <pc:chgData name="BERNARDO MORAIS CHAGAS" userId="29989a8d-2ac1-4315-b1ba-bddc3bf5be18" providerId="ADAL" clId="{4A24DA73-32CA-46E4-AC17-09BFC7B61011}" dt="2026-01-26T14:41:44.201" v="265" actId="1076"/>
        <pc:sldMkLst>
          <pc:docMk/>
          <pc:sldMk cId="1055626958" sldId="359"/>
        </pc:sldMkLst>
        <pc:picChg chg="del">
          <ac:chgData name="BERNARDO MORAIS CHAGAS" userId="29989a8d-2ac1-4315-b1ba-bddc3bf5be18" providerId="ADAL" clId="{4A24DA73-32CA-46E4-AC17-09BFC7B61011}" dt="2026-01-26T14:41:38.229" v="263" actId="478"/>
          <ac:picMkLst>
            <pc:docMk/>
            <pc:sldMk cId="1055626958" sldId="359"/>
            <ac:picMk id="3" creationId="{C345DF31-1AD6-7990-6028-3D45159B0CE3}"/>
          </ac:picMkLst>
        </pc:picChg>
        <pc:picChg chg="add mod">
          <ac:chgData name="BERNARDO MORAIS CHAGAS" userId="29989a8d-2ac1-4315-b1ba-bddc3bf5be18" providerId="ADAL" clId="{4A24DA73-32CA-46E4-AC17-09BFC7B61011}" dt="2026-01-26T14:41:44.201" v="265" actId="1076"/>
          <ac:picMkLst>
            <pc:docMk/>
            <pc:sldMk cId="1055626958" sldId="359"/>
            <ac:picMk id="4" creationId="{E0BA75D1-5D22-3498-72BB-F92ED89E5613}"/>
          </ac:picMkLst>
        </pc:picChg>
      </pc:sldChg>
      <pc:sldChg chg="addSp delSp modSp mod">
        <pc:chgData name="BERNARDO MORAIS CHAGAS" userId="29989a8d-2ac1-4315-b1ba-bddc3bf5be18" providerId="ADAL" clId="{4A24DA73-32CA-46E4-AC17-09BFC7B61011}" dt="2026-01-26T14:42:08.585" v="278" actId="1076"/>
        <pc:sldMkLst>
          <pc:docMk/>
          <pc:sldMk cId="2922840748" sldId="360"/>
        </pc:sldMkLst>
        <pc:picChg chg="del">
          <ac:chgData name="BERNARDO MORAIS CHAGAS" userId="29989a8d-2ac1-4315-b1ba-bddc3bf5be18" providerId="ADAL" clId="{4A24DA73-32CA-46E4-AC17-09BFC7B61011}" dt="2026-01-26T14:41:47.741" v="266" actId="478"/>
          <ac:picMkLst>
            <pc:docMk/>
            <pc:sldMk cId="2922840748" sldId="360"/>
            <ac:picMk id="3" creationId="{B94A96D7-EAFC-2FAA-F2BE-ABFCE7EC535C}"/>
          </ac:picMkLst>
        </pc:picChg>
        <pc:picChg chg="add mod">
          <ac:chgData name="BERNARDO MORAIS CHAGAS" userId="29989a8d-2ac1-4315-b1ba-bddc3bf5be18" providerId="ADAL" clId="{4A24DA73-32CA-46E4-AC17-09BFC7B61011}" dt="2026-01-26T14:42:06.415" v="277" actId="1076"/>
          <ac:picMkLst>
            <pc:docMk/>
            <pc:sldMk cId="2922840748" sldId="360"/>
            <ac:picMk id="4" creationId="{005DDF7E-5C13-D0F2-4B79-5DD2D2455FCC}"/>
          </ac:picMkLst>
        </pc:picChg>
        <pc:picChg chg="del">
          <ac:chgData name="BERNARDO MORAIS CHAGAS" userId="29989a8d-2ac1-4315-b1ba-bddc3bf5be18" providerId="ADAL" clId="{4A24DA73-32CA-46E4-AC17-09BFC7B61011}" dt="2026-01-26T14:41:48.387" v="267" actId="478"/>
          <ac:picMkLst>
            <pc:docMk/>
            <pc:sldMk cId="2922840748" sldId="360"/>
            <ac:picMk id="5" creationId="{F86316AE-ADC1-8B89-F936-AE9864EECB19}"/>
          </ac:picMkLst>
        </pc:picChg>
        <pc:picChg chg="add mod">
          <ac:chgData name="BERNARDO MORAIS CHAGAS" userId="29989a8d-2ac1-4315-b1ba-bddc3bf5be18" providerId="ADAL" clId="{4A24DA73-32CA-46E4-AC17-09BFC7B61011}" dt="2026-01-26T14:42:08.585" v="278" actId="1076"/>
          <ac:picMkLst>
            <pc:docMk/>
            <pc:sldMk cId="2922840748" sldId="360"/>
            <ac:picMk id="7" creationId="{0BFE5A2D-0409-F2C2-B17F-662AF1ADBC2E}"/>
          </ac:picMkLst>
        </pc:picChg>
      </pc:sldChg>
      <pc:sldChg chg="addSp delSp modSp mod">
        <pc:chgData name="BERNARDO MORAIS CHAGAS" userId="29989a8d-2ac1-4315-b1ba-bddc3bf5be18" providerId="ADAL" clId="{4A24DA73-32CA-46E4-AC17-09BFC7B61011}" dt="2026-01-26T14:42:20.891" v="281" actId="1076"/>
        <pc:sldMkLst>
          <pc:docMk/>
          <pc:sldMk cId="2211280548" sldId="361"/>
        </pc:sldMkLst>
        <pc:picChg chg="add mod">
          <ac:chgData name="BERNARDO MORAIS CHAGAS" userId="29989a8d-2ac1-4315-b1ba-bddc3bf5be18" providerId="ADAL" clId="{4A24DA73-32CA-46E4-AC17-09BFC7B61011}" dt="2026-01-26T14:42:20.891" v="281" actId="1076"/>
          <ac:picMkLst>
            <pc:docMk/>
            <pc:sldMk cId="2211280548" sldId="361"/>
            <ac:picMk id="3" creationId="{EFDB5AEA-A9A2-5B70-680D-762FC345739F}"/>
          </ac:picMkLst>
        </pc:picChg>
        <pc:picChg chg="del">
          <ac:chgData name="BERNARDO MORAIS CHAGAS" userId="29989a8d-2ac1-4315-b1ba-bddc3bf5be18" providerId="ADAL" clId="{4A24DA73-32CA-46E4-AC17-09BFC7B61011}" dt="2026-01-26T14:42:12.471" v="279" actId="478"/>
          <ac:picMkLst>
            <pc:docMk/>
            <pc:sldMk cId="2211280548" sldId="361"/>
            <ac:picMk id="8" creationId="{3807A96D-F1C5-E06B-5A30-AE014D861E74}"/>
          </ac:picMkLst>
        </pc:picChg>
      </pc:sldChg>
      <pc:sldChg chg="addSp delSp modSp mod">
        <pc:chgData name="BERNARDO MORAIS CHAGAS" userId="29989a8d-2ac1-4315-b1ba-bddc3bf5be18" providerId="ADAL" clId="{4A24DA73-32CA-46E4-AC17-09BFC7B61011}" dt="2026-01-26T14:42:44.330" v="290" actId="1076"/>
        <pc:sldMkLst>
          <pc:docMk/>
          <pc:sldMk cId="2601511775" sldId="363"/>
        </pc:sldMkLst>
        <pc:picChg chg="add mod">
          <ac:chgData name="BERNARDO MORAIS CHAGAS" userId="29989a8d-2ac1-4315-b1ba-bddc3bf5be18" providerId="ADAL" clId="{4A24DA73-32CA-46E4-AC17-09BFC7B61011}" dt="2026-01-26T14:42:30.852" v="285" actId="1076"/>
          <ac:picMkLst>
            <pc:docMk/>
            <pc:sldMk cId="2601511775" sldId="363"/>
            <ac:picMk id="3" creationId="{A288B923-B8FC-8559-35BD-F3A320E80877}"/>
          </ac:picMkLst>
        </pc:picChg>
        <pc:picChg chg="del">
          <ac:chgData name="BERNARDO MORAIS CHAGAS" userId="29989a8d-2ac1-4315-b1ba-bddc3bf5be18" providerId="ADAL" clId="{4A24DA73-32CA-46E4-AC17-09BFC7B61011}" dt="2026-01-26T14:42:25.135" v="282" actId="478"/>
          <ac:picMkLst>
            <pc:docMk/>
            <pc:sldMk cId="2601511775" sldId="363"/>
            <ac:picMk id="4" creationId="{F95027FB-C373-6B0F-F59A-8F105FB9151F}"/>
          </ac:picMkLst>
        </pc:picChg>
        <pc:picChg chg="add mod">
          <ac:chgData name="BERNARDO MORAIS CHAGAS" userId="29989a8d-2ac1-4315-b1ba-bddc3bf5be18" providerId="ADAL" clId="{4A24DA73-32CA-46E4-AC17-09BFC7B61011}" dt="2026-01-26T14:42:44.330" v="290" actId="1076"/>
          <ac:picMkLst>
            <pc:docMk/>
            <pc:sldMk cId="2601511775" sldId="363"/>
            <ac:picMk id="6" creationId="{E3D311E3-7F96-AB12-EE1B-44D0A29A8339}"/>
          </ac:picMkLst>
        </pc:picChg>
        <pc:picChg chg="del">
          <ac:chgData name="BERNARDO MORAIS CHAGAS" userId="29989a8d-2ac1-4315-b1ba-bddc3bf5be18" providerId="ADAL" clId="{4A24DA73-32CA-46E4-AC17-09BFC7B61011}" dt="2026-01-26T14:42:25.671" v="283" actId="478"/>
          <ac:picMkLst>
            <pc:docMk/>
            <pc:sldMk cId="2601511775" sldId="363"/>
            <ac:picMk id="7" creationId="{6869AD74-19FD-874D-B29D-ED71C1564157}"/>
          </ac:picMkLst>
        </pc:picChg>
      </pc:sldChg>
      <pc:sldChg chg="addSp delSp modSp mod">
        <pc:chgData name="BERNARDO MORAIS CHAGAS" userId="29989a8d-2ac1-4315-b1ba-bddc3bf5be18" providerId="ADAL" clId="{4A24DA73-32CA-46E4-AC17-09BFC7B61011}" dt="2026-01-26T14:43:06.982" v="294" actId="1076"/>
        <pc:sldMkLst>
          <pc:docMk/>
          <pc:sldMk cId="1603614371" sldId="364"/>
        </pc:sldMkLst>
        <pc:picChg chg="add mod">
          <ac:chgData name="BERNARDO MORAIS CHAGAS" userId="29989a8d-2ac1-4315-b1ba-bddc3bf5be18" providerId="ADAL" clId="{4A24DA73-32CA-46E4-AC17-09BFC7B61011}" dt="2026-01-26T14:43:06.982" v="294" actId="1076"/>
          <ac:picMkLst>
            <pc:docMk/>
            <pc:sldMk cId="1603614371" sldId="364"/>
            <ac:picMk id="3" creationId="{2D0D0711-B98B-926E-9417-4CEF7C99B1A5}"/>
          </ac:picMkLst>
        </pc:picChg>
        <pc:picChg chg="del mod">
          <ac:chgData name="BERNARDO MORAIS CHAGAS" userId="29989a8d-2ac1-4315-b1ba-bddc3bf5be18" providerId="ADAL" clId="{4A24DA73-32CA-46E4-AC17-09BFC7B61011}" dt="2026-01-26T14:42:54.901" v="292" actId="478"/>
          <ac:picMkLst>
            <pc:docMk/>
            <pc:sldMk cId="1603614371" sldId="364"/>
            <ac:picMk id="9" creationId="{1A0C05DA-3793-0DE7-737B-9BE747EC3F8A}"/>
          </ac:picMkLst>
        </pc:picChg>
      </pc:sldChg>
      <pc:sldChg chg="modSp mod">
        <pc:chgData name="BERNARDO MORAIS CHAGAS" userId="29989a8d-2ac1-4315-b1ba-bddc3bf5be18" providerId="ADAL" clId="{4A24DA73-32CA-46E4-AC17-09BFC7B61011}" dt="2026-01-26T14:49:28.763" v="397" actId="20577"/>
        <pc:sldMkLst>
          <pc:docMk/>
          <pc:sldMk cId="1234898366" sldId="365"/>
        </pc:sldMkLst>
        <pc:spChg chg="mod">
          <ac:chgData name="BERNARDO MORAIS CHAGAS" userId="29989a8d-2ac1-4315-b1ba-bddc3bf5be18" providerId="ADAL" clId="{4A24DA73-32CA-46E4-AC17-09BFC7B61011}" dt="2026-01-26T14:49:28.763" v="397" actId="20577"/>
          <ac:spMkLst>
            <pc:docMk/>
            <pc:sldMk cId="1234898366" sldId="365"/>
            <ac:spMk id="4" creationId="{26473792-BBD1-8CFC-5CFB-3F39A6BC2127}"/>
          </ac:spMkLst>
        </pc:spChg>
      </pc:sldChg>
      <pc:sldChg chg="modSp mod">
        <pc:chgData name="BERNARDO MORAIS CHAGAS" userId="29989a8d-2ac1-4315-b1ba-bddc3bf5be18" providerId="ADAL" clId="{4A24DA73-32CA-46E4-AC17-09BFC7B61011}" dt="2026-01-26T14:58:57.821" v="472" actId="20577"/>
        <pc:sldMkLst>
          <pc:docMk/>
          <pc:sldMk cId="2406878469" sldId="367"/>
        </pc:sldMkLst>
        <pc:spChg chg="mod">
          <ac:chgData name="BERNARDO MORAIS CHAGAS" userId="29989a8d-2ac1-4315-b1ba-bddc3bf5be18" providerId="ADAL" clId="{4A24DA73-32CA-46E4-AC17-09BFC7B61011}" dt="2026-01-26T14:49:46.680" v="403" actId="20577"/>
          <ac:spMkLst>
            <pc:docMk/>
            <pc:sldMk cId="2406878469" sldId="367"/>
            <ac:spMk id="4" creationId="{EC66DABE-3531-6C7C-8F56-774AA22C3149}"/>
          </ac:spMkLst>
        </pc:spChg>
        <pc:spChg chg="mod">
          <ac:chgData name="BERNARDO MORAIS CHAGAS" userId="29989a8d-2ac1-4315-b1ba-bddc3bf5be18" providerId="ADAL" clId="{4A24DA73-32CA-46E4-AC17-09BFC7B61011}" dt="2026-01-26T14:58:57.821" v="472" actId="20577"/>
          <ac:spMkLst>
            <pc:docMk/>
            <pc:sldMk cId="2406878469" sldId="367"/>
            <ac:spMk id="234" creationId="{FEFA907A-FFE3-2BED-1EDD-98A2FBF2C7E4}"/>
          </ac:spMkLst>
        </pc:spChg>
      </pc:sldChg>
      <pc:sldChg chg="del">
        <pc:chgData name="BERNARDO MORAIS CHAGAS" userId="29989a8d-2ac1-4315-b1ba-bddc3bf5be18" providerId="ADAL" clId="{4A24DA73-32CA-46E4-AC17-09BFC7B61011}" dt="2026-01-26T15:03:27.911" v="902" actId="47"/>
        <pc:sldMkLst>
          <pc:docMk/>
          <pc:sldMk cId="2604961593" sldId="368"/>
        </pc:sldMkLst>
      </pc:sldChg>
      <pc:sldChg chg="modSp add del mod">
        <pc:chgData name="BERNARDO MORAIS CHAGAS" userId="29989a8d-2ac1-4315-b1ba-bddc3bf5be18" providerId="ADAL" clId="{4A24DA73-32CA-46E4-AC17-09BFC7B61011}" dt="2026-01-26T15:24:52.458" v="1391" actId="47"/>
        <pc:sldMkLst>
          <pc:docMk/>
          <pc:sldMk cId="719076039" sldId="369"/>
        </pc:sldMkLst>
        <pc:spChg chg="mod">
          <ac:chgData name="BERNARDO MORAIS CHAGAS" userId="29989a8d-2ac1-4315-b1ba-bddc3bf5be18" providerId="ADAL" clId="{4A24DA73-32CA-46E4-AC17-09BFC7B61011}" dt="2026-01-26T15:04:24.606" v="912" actId="113"/>
          <ac:spMkLst>
            <pc:docMk/>
            <pc:sldMk cId="719076039" sldId="369"/>
            <ac:spMk id="234" creationId="{C4BCCA76-A105-4941-853D-D192750CC012}"/>
          </ac:spMkLst>
        </pc:spChg>
      </pc:sldChg>
      <pc:sldChg chg="modSp add del mod">
        <pc:chgData name="BERNARDO MORAIS CHAGAS" userId="29989a8d-2ac1-4315-b1ba-bddc3bf5be18" providerId="ADAL" clId="{4A24DA73-32CA-46E4-AC17-09BFC7B61011}" dt="2026-01-26T15:24:50.101" v="1390" actId="47"/>
        <pc:sldMkLst>
          <pc:docMk/>
          <pc:sldMk cId="2101969565" sldId="370"/>
        </pc:sldMkLst>
        <pc:spChg chg="mod">
          <ac:chgData name="BERNARDO MORAIS CHAGAS" userId="29989a8d-2ac1-4315-b1ba-bddc3bf5be18" providerId="ADAL" clId="{4A24DA73-32CA-46E4-AC17-09BFC7B61011}" dt="2026-01-26T15:04:19.242" v="911" actId="6549"/>
          <ac:spMkLst>
            <pc:docMk/>
            <pc:sldMk cId="2101969565" sldId="370"/>
            <ac:spMk id="234" creationId="{F37CD4E1-F99A-6DD1-37A6-0F0B9A2AA43A}"/>
          </ac:spMkLst>
        </pc:spChg>
      </pc:sldChg>
      <pc:sldChg chg="add del">
        <pc:chgData name="BERNARDO MORAIS CHAGAS" userId="29989a8d-2ac1-4315-b1ba-bddc3bf5be18" providerId="ADAL" clId="{4A24DA73-32CA-46E4-AC17-09BFC7B61011}" dt="2026-01-26T15:24:46.066" v="1388" actId="47"/>
        <pc:sldMkLst>
          <pc:docMk/>
          <pc:sldMk cId="3855899938" sldId="371"/>
        </pc:sldMkLst>
      </pc:sldChg>
      <pc:sldChg chg="addSp modSp add mod ord modShow">
        <pc:chgData name="BERNARDO MORAIS CHAGAS" userId="29989a8d-2ac1-4315-b1ba-bddc3bf5be18" providerId="ADAL" clId="{4A24DA73-32CA-46E4-AC17-09BFC7B61011}" dt="2026-01-26T15:38:03.796" v="1420" actId="1076"/>
        <pc:sldMkLst>
          <pc:docMk/>
          <pc:sldMk cId="184081163" sldId="372"/>
        </pc:sldMkLst>
        <pc:spChg chg="add mod">
          <ac:chgData name="BERNARDO MORAIS CHAGAS" userId="29989a8d-2ac1-4315-b1ba-bddc3bf5be18" providerId="ADAL" clId="{4A24DA73-32CA-46E4-AC17-09BFC7B61011}" dt="2026-01-26T15:13:51.507" v="1199"/>
          <ac:spMkLst>
            <pc:docMk/>
            <pc:sldMk cId="184081163" sldId="372"/>
            <ac:spMk id="2" creationId="{FA9A0947-42BD-C5FE-89DC-99A164F05435}"/>
          </ac:spMkLst>
        </pc:spChg>
        <pc:spChg chg="mod">
          <ac:chgData name="BERNARDO MORAIS CHAGAS" userId="29989a8d-2ac1-4315-b1ba-bddc3bf5be18" providerId="ADAL" clId="{4A24DA73-32CA-46E4-AC17-09BFC7B61011}" dt="2026-01-26T15:37:59.476" v="1419" actId="2710"/>
          <ac:spMkLst>
            <pc:docMk/>
            <pc:sldMk cId="184081163" sldId="372"/>
            <ac:spMk id="4" creationId="{6255AD6C-61C0-CB9B-2043-38A30132A9AE}"/>
          </ac:spMkLst>
        </pc:spChg>
        <pc:spChg chg="add mod">
          <ac:chgData name="BERNARDO MORAIS CHAGAS" userId="29989a8d-2ac1-4315-b1ba-bddc3bf5be18" providerId="ADAL" clId="{4A24DA73-32CA-46E4-AC17-09BFC7B61011}" dt="2026-01-26T15:38:03.796" v="1420" actId="1076"/>
          <ac:spMkLst>
            <pc:docMk/>
            <pc:sldMk cId="184081163" sldId="372"/>
            <ac:spMk id="5" creationId="{4101FCE5-14BE-A890-79C2-1220271C64A8}"/>
          </ac:spMkLst>
        </pc:spChg>
        <pc:spChg chg="mod">
          <ac:chgData name="BERNARDO MORAIS CHAGAS" userId="29989a8d-2ac1-4315-b1ba-bddc3bf5be18" providerId="ADAL" clId="{4A24DA73-32CA-46E4-AC17-09BFC7B61011}" dt="2026-01-26T15:07:57.185" v="918" actId="113"/>
          <ac:spMkLst>
            <pc:docMk/>
            <pc:sldMk cId="184081163" sldId="372"/>
            <ac:spMk id="234" creationId="{67A0F0A2-8EC9-A786-90C0-9EFC72A11F4C}"/>
          </ac:spMkLst>
        </pc:spChg>
      </pc:sldChg>
      <pc:sldChg chg="modSp add mod">
        <pc:chgData name="BERNARDO MORAIS CHAGAS" userId="29989a8d-2ac1-4315-b1ba-bddc3bf5be18" providerId="ADAL" clId="{4A24DA73-32CA-46E4-AC17-09BFC7B61011}" dt="2026-01-26T15:04:36.112" v="915" actId="113"/>
        <pc:sldMkLst>
          <pc:docMk/>
          <pc:sldMk cId="1631353889" sldId="373"/>
        </pc:sldMkLst>
        <pc:spChg chg="mod">
          <ac:chgData name="BERNARDO MORAIS CHAGAS" userId="29989a8d-2ac1-4315-b1ba-bddc3bf5be18" providerId="ADAL" clId="{4A24DA73-32CA-46E4-AC17-09BFC7B61011}" dt="2026-01-26T15:04:36.112" v="915" actId="113"/>
          <ac:spMkLst>
            <pc:docMk/>
            <pc:sldMk cId="1631353889" sldId="373"/>
            <ac:spMk id="4" creationId="{1E7BEF80-3231-31D6-8A9E-9A54F750A2DF}"/>
          </ac:spMkLst>
        </pc:spChg>
      </pc:sldChg>
      <pc:sldChg chg="add del">
        <pc:chgData name="BERNARDO MORAIS CHAGAS" userId="29989a8d-2ac1-4315-b1ba-bddc3bf5be18" providerId="ADAL" clId="{4A24DA73-32CA-46E4-AC17-09BFC7B61011}" dt="2026-01-26T14:37:47.600" v="191" actId="47"/>
        <pc:sldMkLst>
          <pc:docMk/>
          <pc:sldMk cId="4215492352" sldId="373"/>
        </pc:sldMkLst>
      </pc:sldChg>
      <pc:sldChg chg="modSp add mod">
        <pc:chgData name="BERNARDO MORAIS CHAGAS" userId="29989a8d-2ac1-4315-b1ba-bddc3bf5be18" providerId="ADAL" clId="{4A24DA73-32CA-46E4-AC17-09BFC7B61011}" dt="2026-01-26T16:27:37.153" v="1524" actId="20577"/>
        <pc:sldMkLst>
          <pc:docMk/>
          <pc:sldMk cId="783097661" sldId="374"/>
        </pc:sldMkLst>
        <pc:spChg chg="mod">
          <ac:chgData name="BERNARDO MORAIS CHAGAS" userId="29989a8d-2ac1-4315-b1ba-bddc3bf5be18" providerId="ADAL" clId="{4A24DA73-32CA-46E4-AC17-09BFC7B61011}" dt="2026-01-26T16:27:37.153" v="1524" actId="20577"/>
          <ac:spMkLst>
            <pc:docMk/>
            <pc:sldMk cId="783097661" sldId="374"/>
            <ac:spMk id="4" creationId="{EBC17D64-0F82-DBBC-9388-B519E0AB7C50}"/>
          </ac:spMkLst>
        </pc:spChg>
        <pc:spChg chg="mod">
          <ac:chgData name="BERNARDO MORAIS CHAGAS" userId="29989a8d-2ac1-4315-b1ba-bddc3bf5be18" providerId="ADAL" clId="{4A24DA73-32CA-46E4-AC17-09BFC7B61011}" dt="2026-01-26T14:59:09.881" v="483" actId="20577"/>
          <ac:spMkLst>
            <pc:docMk/>
            <pc:sldMk cId="783097661" sldId="374"/>
            <ac:spMk id="234" creationId="{11159630-D4D3-D372-92FF-2632FBC8E1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96724094-FAB4-4C74-5989-10ED9A15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16C2EFD9-10F3-CBF6-DDA9-6BADC27FF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8B3FFD9D-F232-C31D-E060-26F0DCCD1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425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210079F6-342A-5227-9402-39A5DD42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9775FB18-C84D-A2D9-C8A8-7F621F562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87427ECB-B804-0043-9017-AABF11DFD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0753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B7874BD5-E7A0-7C15-9BB9-54E2D945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D0063F18-2594-7C0E-2736-4BBEAE9E6B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23CDF07B-FA8C-6A43-B9EF-835755B71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748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F82FAD5B-59B5-A163-0CD3-61D219B3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72bee519d_0_205:notes">
            <a:extLst>
              <a:ext uri="{FF2B5EF4-FFF2-40B4-BE49-F238E27FC236}">
                <a16:creationId xmlns:a16="http://schemas.microsoft.com/office/drawing/2014/main" id="{7BBF7FC7-B9D8-9525-171F-92A3338CC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6" name="Google Shape;376;g2572bee519d_0_205:notes">
            <a:extLst>
              <a:ext uri="{FF2B5EF4-FFF2-40B4-BE49-F238E27FC236}">
                <a16:creationId xmlns:a16="http://schemas.microsoft.com/office/drawing/2014/main" id="{56EEC327-9011-8D6B-E559-624202968E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425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FB4AF43F-B433-D6EB-25CF-9AF5BF54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9958A90E-8DA0-DC38-0113-A400F59D1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92C151CB-B490-9EA6-C1E7-DEE1B5DBD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600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D3D977D-8B8C-A7AD-0404-ECB501AB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B0F6A4C0-6CBE-E800-7C2F-F196DAC7D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46BB2C37-157A-9DF8-22D9-234EC471F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2312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F0A82426-6527-F111-4EB6-8B86A3ED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C5AD24AA-608E-45D6-802C-7E15D4BCD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AEED667F-2D8B-D1F8-5AB0-C31F3E0E5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763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A3A446A6-4DA9-3BDD-E4E2-075FE83A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B33EBF04-E900-BCCD-8AFA-CC6423EE2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5207357E-DAA4-284B-9546-CB7063928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921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9F65AC4-97A6-2409-7B97-5AAE4430C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731A538E-CCC3-0AE0-7F34-2CE45DBDB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69C167DD-476F-11BA-343D-D9DFB05C7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785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A2C347EC-79AB-C82F-D2F0-B25F40B1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670F6293-52B4-BBB2-66DE-CA31C2622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B184FD90-C594-67D6-A8D5-0FEFB61C4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1602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9EE7B00C-7DAA-060A-31C5-495E6AEB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5B961A7C-9EAF-A0EB-7F5A-40352A2DB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0AAEDFF4-0EAF-9A78-5BED-CFDB41829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819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BB2B149-F148-3B21-32AC-50AB37A1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4B491AC6-F9A9-5CF1-63FA-73E10D426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E8336746-9E7B-0D33-9831-9E3178202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5132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CF1183B3-F5F6-19F3-A849-67E67633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280F52FB-42D1-FFBE-2CDC-8A1D60BD4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47E8CE86-6E91-D441-038F-189D35350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409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600FDA30-494C-3EDF-70D9-56110D32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36D0AC65-D04A-9713-03AC-3CCA39966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4D24AA32-9683-AF8A-4D28-B874919C3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8236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19B4CBED-1207-832E-17C5-63224DD1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2CA02201-348C-60A8-F935-26F8B2DEA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02743C9D-6BA5-7ED6-1AC6-94E9F3F29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3142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279FF3AA-57A7-EDC2-F57E-F7ADAD3E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99F789D8-7CE5-57B8-708B-E624219DBD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2A842C66-7DBA-C6E4-160F-07CDF5025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359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9377AE2F-2F5E-CCF3-BB27-35F4EABB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9EAFB928-3B33-C914-B560-B16623B20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F7ED9F71-4D86-1980-55AE-C5C2AD4FF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609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CE889E44-A638-51BE-BBDB-8588E7B8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043CE73E-4FBD-6CFF-8655-B2581544B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EFB491F7-7B05-3BF8-DE92-47A903D16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636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F63FA19-A8BF-A1B9-F36A-2A479EA4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0C8CF20E-9BEF-3DFD-8A96-41A2E80E4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104A2D46-B6B8-9344-2342-33AACBED3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1106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9FDF45A-A9A2-BB5A-9D64-F60349AF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8ED9AAE4-9EFB-EF95-FC7B-AD1BA2ABF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EC67626B-5A7C-20D9-A1F6-73413CB6D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791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D1B32C9E-A7B5-8F2E-08E3-062D58FD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AE1FFB89-8D57-9597-48A2-4A5CD7EA7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B35B870A-D0F9-9D9B-B23B-2FD0059CE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7497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623CF0CA-C15B-C7C6-946B-29964DEC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26828A98-2D58-6A89-7CBE-566B466E5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B977F41B-CBF3-2024-5AE8-78A5DF3D1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6891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CCFA529-A3FF-BF59-7340-62F900FE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18BB4AF1-F04F-726B-4D01-05C72E12A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0E84BDD6-8DF4-1AC2-1B59-83A409B96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5779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50F681A3-BD63-4406-2629-09FE39C2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0AE90CB5-C446-4AFD-B4A7-8A6420FE6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39D008F2-1B14-94F2-B7EC-713E92F75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29327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933579E-5EF1-9BD1-D6AE-E3440178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2621C87C-01C4-E1BA-296E-BAB298F47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E84FCD83-E6E9-B5C6-C853-84EF04A12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831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BCE0F4A2-CAD5-71AF-2D80-E18768DD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72bee519d_0_205:notes">
            <a:extLst>
              <a:ext uri="{FF2B5EF4-FFF2-40B4-BE49-F238E27FC236}">
                <a16:creationId xmlns:a16="http://schemas.microsoft.com/office/drawing/2014/main" id="{4197B6AD-0984-CA75-23E0-1105345F1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6" name="Google Shape;376;g2572bee519d_0_205:notes">
            <a:extLst>
              <a:ext uri="{FF2B5EF4-FFF2-40B4-BE49-F238E27FC236}">
                <a16:creationId xmlns:a16="http://schemas.microsoft.com/office/drawing/2014/main" id="{8F418739-2B7A-0FB3-88E7-B604C239E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133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DCD915EF-DC6F-B7D6-F66E-663A22B5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EEE9543B-23BD-814D-2297-8C2AB02F0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EECA6156-4D83-0E14-C6D6-FE7E401CF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25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2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0" r:id="rId5"/>
    <p:sldLayoutId id="2147483676" r:id="rId6"/>
    <p:sldLayoutId id="214748367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mwf.int/en/about/media-centre/news/2015/course-probes-numerical-methods-weather-forecasting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File:MultiLayerNeuralNetwork_english.png" TargetMode="External"/><Relationship Id="rId4" Type="http://schemas.openxmlformats.org/officeDocument/2006/relationships/hyperlink" Target="https://www.newswire.ca/news-releases/ibm-makes-higher-quality-weather-forecasts-available-worldwide-857519446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48920" y="546240"/>
            <a:ext cx="5807997" cy="2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6000" dirty="0"/>
              <a:t>Wave Properties Forecasting</a:t>
            </a:r>
            <a:endParaRPr sz="6000" dirty="0"/>
          </a:p>
        </p:txBody>
      </p:sp>
      <p:sp>
        <p:nvSpPr>
          <p:cNvPr id="6" name="Google Shape;222;p37">
            <a:extLst>
              <a:ext uri="{FF2B5EF4-FFF2-40B4-BE49-F238E27FC236}">
                <a16:creationId xmlns:a16="http://schemas.microsoft.com/office/drawing/2014/main" id="{353D89B6-17F0-855B-971D-1130F116D1A9}"/>
              </a:ext>
            </a:extLst>
          </p:cNvPr>
          <p:cNvSpPr txBox="1">
            <a:spLocks/>
          </p:cNvSpPr>
          <p:nvPr/>
        </p:nvSpPr>
        <p:spPr>
          <a:xfrm>
            <a:off x="748920" y="3712596"/>
            <a:ext cx="7664605" cy="884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 err="1">
                <a:solidFill>
                  <a:schemeClr val="accent1"/>
                </a:solidFill>
              </a:rPr>
              <a:t>DATAz</a:t>
            </a:r>
            <a:r>
              <a:rPr lang="en-US" sz="2000" b="1" dirty="0">
                <a:solidFill>
                  <a:schemeClr val="accent1"/>
                </a:solidFill>
              </a:rPr>
              <a:t> - Digital Twin for the Azores Free Technological Zone</a:t>
            </a:r>
          </a:p>
        </p:txBody>
      </p:sp>
      <p:sp>
        <p:nvSpPr>
          <p:cNvPr id="4" name="Google Shape;222;p37">
            <a:extLst>
              <a:ext uri="{FF2B5EF4-FFF2-40B4-BE49-F238E27FC236}">
                <a16:creationId xmlns:a16="http://schemas.microsoft.com/office/drawing/2014/main" id="{D227B642-5755-E105-E807-D3A319C91B20}"/>
              </a:ext>
            </a:extLst>
          </p:cNvPr>
          <p:cNvSpPr txBox="1">
            <a:spLocks/>
          </p:cNvSpPr>
          <p:nvPr/>
        </p:nvSpPr>
        <p:spPr>
          <a:xfrm>
            <a:off x="5049573" y="4474596"/>
            <a:ext cx="3834231" cy="4468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600" b="1" dirty="0">
                <a:solidFill>
                  <a:schemeClr val="tx1"/>
                </a:solidFill>
              </a:rPr>
              <a:t>Bernardo Chagas, nº 103639</a:t>
            </a:r>
          </a:p>
        </p:txBody>
      </p:sp>
      <p:pic>
        <p:nvPicPr>
          <p:cNvPr id="1026" name="Picture 2" descr="Instituto Superior Técnico - Wikipedia">
            <a:extLst>
              <a:ext uri="{FF2B5EF4-FFF2-40B4-BE49-F238E27FC236}">
                <a16:creationId xmlns:a16="http://schemas.microsoft.com/office/drawing/2014/main" id="{D90A8719-DEE7-895E-AB69-E3999D7CF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749" y="103846"/>
            <a:ext cx="1673876" cy="713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1070613" y="191731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1605361" y="1913951"/>
            <a:ext cx="2780046" cy="513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Literature Review</a:t>
            </a:r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1070650" y="2460363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609075" y="2460371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ERA5 Dataset &amp; Data Preparation</a:t>
            </a: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1070650" y="3196588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609075" y="3196578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Methodology &amp; Approach</a:t>
            </a:r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1070650" y="3932788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subTitle" idx="8"/>
          </p:nvPr>
        </p:nvSpPr>
        <p:spPr>
          <a:xfrm>
            <a:off x="1609075" y="3932786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Architecture Design</a:t>
            </a:r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6" name="Google Shape;216;p37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Results &amp; Performance</a:t>
            </a:r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14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8" name="Google Shape;218;p37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Discussion</a:t>
            </a:r>
            <a:endParaRPr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title" idx="16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20" name="Google Shape;220;p37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Conclusion</a:t>
            </a:r>
            <a:endParaRPr dirty="0"/>
          </a:p>
        </p:txBody>
      </p:sp>
      <p:sp>
        <p:nvSpPr>
          <p:cNvPr id="221" name="Google Shape;221;p37"/>
          <p:cNvSpPr txBox="1">
            <a:spLocks noGrp="1"/>
          </p:cNvSpPr>
          <p:nvPr>
            <p:ph type="title" idx="18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Next Steps</a:t>
            </a:r>
            <a:endParaRPr dirty="0"/>
          </a:p>
        </p:txBody>
      </p:sp>
      <p:sp>
        <p:nvSpPr>
          <p:cNvPr id="2" name="Google Shape;206;p37">
            <a:extLst>
              <a:ext uri="{FF2B5EF4-FFF2-40B4-BE49-F238E27FC236}">
                <a16:creationId xmlns:a16="http://schemas.microsoft.com/office/drawing/2014/main" id="{A4F53A6B-19A2-E733-1C70-574C5A9881B9}"/>
              </a:ext>
            </a:extLst>
          </p:cNvPr>
          <p:cNvSpPr txBox="1">
            <a:spLocks/>
          </p:cNvSpPr>
          <p:nvPr/>
        </p:nvSpPr>
        <p:spPr>
          <a:xfrm>
            <a:off x="1066936" y="1177751"/>
            <a:ext cx="5385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" dirty="0"/>
              <a:t>00</a:t>
            </a:r>
          </a:p>
        </p:txBody>
      </p:sp>
      <p:sp>
        <p:nvSpPr>
          <p:cNvPr id="3" name="Google Shape;207;p37">
            <a:extLst>
              <a:ext uri="{FF2B5EF4-FFF2-40B4-BE49-F238E27FC236}">
                <a16:creationId xmlns:a16="http://schemas.microsoft.com/office/drawing/2014/main" id="{891A632A-8927-B9FE-BDF5-398970A5898E}"/>
              </a:ext>
            </a:extLst>
          </p:cNvPr>
          <p:cNvSpPr txBox="1">
            <a:spLocks/>
          </p:cNvSpPr>
          <p:nvPr/>
        </p:nvSpPr>
        <p:spPr>
          <a:xfrm>
            <a:off x="1605361" y="1177751"/>
            <a:ext cx="2780046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Introduction &amp; Problem Definition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357550" y="2170889"/>
            <a:ext cx="8428900" cy="2250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6600" dirty="0"/>
              <a:t>Introduction &amp; Problem 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B59F181F-4155-CD1C-D513-D8A4BC62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FA8C8021-419E-B231-F9E6-E230D1189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400" y="461601"/>
            <a:ext cx="4470358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The Challenge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236" name="Google Shape;236;p39">
            <a:extLst>
              <a:ext uri="{FF2B5EF4-FFF2-40B4-BE49-F238E27FC236}">
                <a16:creationId xmlns:a16="http://schemas.microsoft.com/office/drawing/2014/main" id="{D71D7213-8AE4-26A9-DCDC-846243E20F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85787" y="1006166"/>
            <a:ext cx="5172425" cy="17767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Weather Forecasting Complexity</a:t>
            </a:r>
            <a:endParaRPr lang="en-US" sz="16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Requires solving large-scale numerical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High spatial and temporal resolution needed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Demands significant computational power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Energy-intensive processes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Dependent on supercomputing infrastructures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576F5-1E28-2045-BDBF-22FE1527CB45}"/>
              </a:ext>
            </a:extLst>
          </p:cNvPr>
          <p:cNvSpPr txBox="1"/>
          <p:nvPr/>
        </p:nvSpPr>
        <p:spPr>
          <a:xfrm>
            <a:off x="5545952" y="4441499"/>
            <a:ext cx="2554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Albert Sans"/>
                <a:sym typeface="Albert Sans"/>
              </a:rPr>
              <a:t>IBM's Global High-Resolution Atmospheric Forecasting (GRAF)</a:t>
            </a:r>
          </a:p>
        </p:txBody>
      </p:sp>
      <p:pic>
        <p:nvPicPr>
          <p:cNvPr id="1026" name="Picture 2" descr="IBM's GRAF System for Accurate Weather Forecasting | by IndraStra Global |  IndraStra Global | Medium">
            <a:extLst>
              <a:ext uri="{FF2B5EF4-FFF2-40B4-BE49-F238E27FC236}">
                <a16:creationId xmlns:a16="http://schemas.microsoft.com/office/drawing/2014/main" id="{4C908817-B14C-A990-BAB0-911915BA6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482" y="2792494"/>
            <a:ext cx="2931566" cy="164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urse probes numerical methods in weather forecasting | ECMWF">
            <a:extLst>
              <a:ext uri="{FF2B5EF4-FFF2-40B4-BE49-F238E27FC236}">
                <a16:creationId xmlns:a16="http://schemas.microsoft.com/office/drawing/2014/main" id="{D8D5AADC-9618-CA27-D514-8BF60A6FE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0" b="95632" l="2308" r="90000">
                        <a14:foregroundMark x1="7538" y1="50115" x2="7538" y2="50115"/>
                        <a14:foregroundMark x1="3846" y1="48736" x2="3846" y2="48736"/>
                        <a14:foregroundMark x1="24000" y1="6207" x2="24000" y2="6207"/>
                        <a14:foregroundMark x1="30000" y1="920" x2="30000" y2="920"/>
                        <a14:foregroundMark x1="2308" y1="40460" x2="2308" y2="40460"/>
                        <a14:foregroundMark x1="76769" y1="93333" x2="35385" y2="95632"/>
                        <a14:foregroundMark x1="35385" y1="95632" x2="34923" y2="954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200" y="2782927"/>
            <a:ext cx="2464030" cy="164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DC3A0-D541-ABCD-4CA0-11E2FC997246}"/>
              </a:ext>
            </a:extLst>
          </p:cNvPr>
          <p:cNvSpPr txBox="1"/>
          <p:nvPr/>
        </p:nvSpPr>
        <p:spPr>
          <a:xfrm>
            <a:off x="1282493" y="4437781"/>
            <a:ext cx="2554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Albert Sans"/>
                <a:sym typeface="Albert Sans"/>
              </a:rPr>
              <a:t>High-Resolution Numerical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BF1EE-91DF-BBE5-4964-3F18E90B0604}"/>
              </a:ext>
            </a:extLst>
          </p:cNvPr>
          <p:cNvSpPr txBox="1"/>
          <p:nvPr/>
        </p:nvSpPr>
        <p:spPr>
          <a:xfrm>
            <a:off x="3152078" y="2782927"/>
            <a:ext cx="505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2"/>
                </a:solidFill>
              </a:rPr>
              <a:t>(1)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0658D-F890-082A-2C42-53D717EBFCC0}"/>
              </a:ext>
            </a:extLst>
          </p:cNvPr>
          <p:cNvSpPr txBox="1"/>
          <p:nvPr/>
        </p:nvSpPr>
        <p:spPr>
          <a:xfrm>
            <a:off x="7914724" y="2782926"/>
            <a:ext cx="505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2"/>
                </a:solidFill>
              </a:rPr>
              <a:t>(2)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3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85A262B9-6117-4091-DA92-2779835B2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F0D4FE5A-827B-74D0-E227-7E2C63C5DD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400" y="461601"/>
            <a:ext cx="4470358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Project Goals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22D9426-9CAA-A0A1-0A3A-CC8AB5B62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200" y="1196637"/>
            <a:ext cx="7777600" cy="3122601"/>
          </a:xfrm>
        </p:spPr>
        <p:txBody>
          <a:bodyPr/>
          <a:lstStyle/>
          <a:p>
            <a:r>
              <a:rPr lang="en-US" sz="1600" b="1" dirty="0">
                <a:solidFill>
                  <a:schemeClr val="accent1"/>
                </a:solidFill>
              </a:rPr>
              <a:t>Primary Objective</a:t>
            </a:r>
          </a:p>
          <a:p>
            <a:pPr marL="438150" indent="-285750">
              <a:buFont typeface="Wingdings" panose="05000000000000000000" pitchFamily="2" charset="2"/>
              <a:buChar char="Ø"/>
            </a:pPr>
            <a:r>
              <a:rPr lang="en-US" sz="1600" dirty="0"/>
              <a:t>Enable evaluation of weather and oceanic scenarios in a virtual environment that does not rely solely on high-performance computing systems.</a:t>
            </a:r>
          </a:p>
          <a:p>
            <a:endParaRPr lang="en-US" sz="1600" dirty="0"/>
          </a:p>
          <a:p>
            <a:pPr marL="152400" indent="0"/>
            <a:r>
              <a:rPr lang="en-US" sz="1600" b="1" dirty="0">
                <a:solidFill>
                  <a:schemeClr val="accent1"/>
                </a:solidFill>
              </a:rPr>
              <a:t>Practical Application</a:t>
            </a:r>
          </a:p>
          <a:p>
            <a:pPr marL="438150" indent="-285750">
              <a:buFont typeface="Wingdings" panose="05000000000000000000" pitchFamily="2" charset="2"/>
              <a:buChar char="Ø"/>
            </a:pPr>
            <a:r>
              <a:rPr lang="en-US" sz="1600" dirty="0"/>
              <a:t>Allow the study of </a:t>
            </a:r>
            <a:r>
              <a:rPr lang="en-US" sz="1600" b="1" dirty="0"/>
              <a:t>what-if scenarios</a:t>
            </a:r>
            <a:r>
              <a:rPr lang="en-US" sz="1600" dirty="0"/>
              <a:t>, providing a powerful tool for decision-makers.</a:t>
            </a:r>
          </a:p>
          <a:p>
            <a:endParaRPr lang="en-US" sz="1600" dirty="0"/>
          </a:p>
          <a:p>
            <a:pPr marL="152400" indent="0"/>
            <a:r>
              <a:rPr lang="en-US" sz="1600" b="1" dirty="0">
                <a:solidFill>
                  <a:schemeClr val="accent1"/>
                </a:solidFill>
              </a:rPr>
              <a:t>Approach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Preliminary study using ERA5 hourly time-series data from the Copernicus Climate Data Store (CDS), focusing on the Azores Free Technological Zone.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65162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68DBD1F5-2C3D-F6B3-FCE8-39A3B021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67A0F0A2-8EC9-A786-90C0-9EFC72A11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400" y="461601"/>
            <a:ext cx="4470358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Literature Review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255AD6C-61C0-CB9B-2043-38A30132A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r>
              <a:rPr lang="en-US" sz="1600" b="1" dirty="0">
                <a:solidFill>
                  <a:schemeClr val="accent1"/>
                </a:solidFill>
              </a:rPr>
              <a:t>Main Keynotes:</a:t>
            </a:r>
            <a:endParaRPr lang="en-US" sz="16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SWAN simulation relies on solving Action balance equation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state of the sea is computed from wind-wave interaction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Models used: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1FCE5-14BE-A890-79C2-1220271C64A8}"/>
              </a:ext>
            </a:extLst>
          </p:cNvPr>
          <p:cNvSpPr txBox="1"/>
          <p:nvPr/>
        </p:nvSpPr>
        <p:spPr>
          <a:xfrm>
            <a:off x="1431561" y="2571750"/>
            <a:ext cx="4572000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 Convolutional LSTM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 Physical Informed Neural Networks (PINNs)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 Spatial - Temporal Transformer Networks (STTN)</a:t>
            </a:r>
          </a:p>
        </p:txBody>
      </p:sp>
    </p:spTree>
    <p:extLst>
      <p:ext uri="{BB962C8B-B14F-4D97-AF65-F5344CB8AC3E}">
        <p14:creationId xmlns:p14="http://schemas.microsoft.com/office/powerpoint/2010/main" val="18408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D8AC74F5-8454-640B-7731-5583F77B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2ED28F-5E0D-532D-F626-57A2749C5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1" b="16940"/>
          <a:stretch>
            <a:fillRect/>
          </a:stretch>
        </p:blipFill>
        <p:spPr>
          <a:xfrm>
            <a:off x="985665" y="695410"/>
            <a:ext cx="7172668" cy="42572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5F3698-02FB-0F9E-6F28-988A0F8470E0}"/>
              </a:ext>
            </a:extLst>
          </p:cNvPr>
          <p:cNvSpPr txBox="1"/>
          <p:nvPr/>
        </p:nvSpPr>
        <p:spPr>
          <a:xfrm>
            <a:off x="731707" y="190886"/>
            <a:ext cx="7680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Paper Prepared for IEEE WCCI 2026 Submission</a:t>
            </a:r>
          </a:p>
        </p:txBody>
      </p:sp>
    </p:spTree>
    <p:extLst>
      <p:ext uri="{BB962C8B-B14F-4D97-AF65-F5344CB8AC3E}">
        <p14:creationId xmlns:p14="http://schemas.microsoft.com/office/powerpoint/2010/main" val="277036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BF226543-418A-8E7E-1DB3-CB345BD7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343A7F48-71E4-1EFB-C3F4-352D2D711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400" y="461601"/>
            <a:ext cx="4470358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ERA5 Dataset</a:t>
            </a:r>
            <a:endParaRPr lang="en-US" sz="24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107BC8-0ADE-0931-3B3F-728226800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r>
              <a:rPr lang="en-US" sz="1600" b="1" dirty="0">
                <a:solidFill>
                  <a:schemeClr val="accent1"/>
                </a:solidFill>
              </a:rPr>
              <a:t>Characteristics</a:t>
            </a:r>
            <a:endParaRPr lang="en-US" sz="16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Hourly atmospheric and oceanographic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Spatial resolution: 0.25° in latitude and longitude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Data assimilation from historical observations (weather stations, ships, buoys, satellites)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Numerical models constrained by real observations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Result</a:t>
            </a:r>
          </a:p>
          <a:p>
            <a:pPr marL="152400" indent="0"/>
            <a:r>
              <a:rPr lang="en-US" sz="1600" b="1" dirty="0"/>
              <a:t>Coherent, gridded information system providing consistent estimates of atmospheric state over time.</a:t>
            </a:r>
          </a:p>
        </p:txBody>
      </p:sp>
    </p:spTree>
    <p:extLst>
      <p:ext uri="{BB962C8B-B14F-4D97-AF65-F5344CB8AC3E}">
        <p14:creationId xmlns:p14="http://schemas.microsoft.com/office/powerpoint/2010/main" val="58293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ED2A035E-D355-748C-2099-30E687B1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020BFDD6-EBC3-2E4B-4F18-B7EE7AD5B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400" y="461601"/>
            <a:ext cx="4470358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ERA5 Dataset: </a:t>
            </a:r>
            <a:r>
              <a:rPr lang="en-US" sz="2400" dirty="0"/>
              <a:t>Variables</a:t>
            </a:r>
            <a:endParaRPr lang="en-US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C74D19-7B6D-FB00-5062-4E5CEE15F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5400"/>
              </p:ext>
            </p:extLst>
          </p:nvPr>
        </p:nvGraphicFramePr>
        <p:xfrm>
          <a:off x="281756" y="1416979"/>
          <a:ext cx="3875709" cy="2966720"/>
        </p:xfrm>
        <a:graphic>
          <a:graphicData uri="http://schemas.openxmlformats.org/drawingml/2006/table">
            <a:tbl>
              <a:tblPr firstRow="1" bandRow="1">
                <a:tableStyleId>{769D2820-3025-494B-BCA4-C2BF6F9F02E9}</a:tableStyleId>
              </a:tblPr>
              <a:tblGrid>
                <a:gridCol w="883206">
                  <a:extLst>
                    <a:ext uri="{9D8B030D-6E8A-4147-A177-3AD203B41FA5}">
                      <a16:colId xmlns:a16="http://schemas.microsoft.com/office/drawing/2014/main" val="1538601586"/>
                    </a:ext>
                  </a:extLst>
                </a:gridCol>
                <a:gridCol w="2393978">
                  <a:extLst>
                    <a:ext uri="{9D8B030D-6E8A-4147-A177-3AD203B41FA5}">
                      <a16:colId xmlns:a16="http://schemas.microsoft.com/office/drawing/2014/main" val="4273230717"/>
                    </a:ext>
                  </a:extLst>
                </a:gridCol>
                <a:gridCol w="598525">
                  <a:extLst>
                    <a:ext uri="{9D8B030D-6E8A-4147-A177-3AD203B41FA5}">
                      <a16:colId xmlns:a16="http://schemas.microsoft.com/office/drawing/2014/main" val="1779808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Variable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Units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2212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u10</a:t>
                      </a:r>
                    </a:p>
                  </a:txBody>
                  <a:tcPr marL="76200" marR="76200" marT="38100" marB="3810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U-component of 10 m wind</a:t>
                      </a:r>
                    </a:p>
                  </a:txBody>
                  <a:tcPr marL="76200" marR="76200" marT="38100" marB="3810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m/s</a:t>
                      </a:r>
                    </a:p>
                  </a:txBody>
                  <a:tcPr marL="76200" marR="76200" marT="38100" marB="3810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8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v10</a:t>
                      </a:r>
                    </a:p>
                  </a:txBody>
                  <a:tcPr marL="76200" marR="76200" marT="38100" marB="3810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V-component of 10 m wind</a:t>
                      </a:r>
                    </a:p>
                  </a:txBody>
                  <a:tcPr marL="76200" marR="76200" marT="38100" marB="3810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m/s</a:t>
                      </a:r>
                    </a:p>
                  </a:txBody>
                  <a:tcPr marL="76200" marR="76200" marT="38100" marB="3810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6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d2m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 m dew point temperature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9806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t2m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 m temperature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9698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msl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Mean sea level pressure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1142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sst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Sea surface temperature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13015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skt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Skin temperature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927098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8AE0AE-D6EF-3D18-7E3A-29F828C5E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081766"/>
              </p:ext>
            </p:extLst>
          </p:nvPr>
        </p:nvGraphicFramePr>
        <p:xfrm>
          <a:off x="4157465" y="1416979"/>
          <a:ext cx="4798265" cy="2966720"/>
        </p:xfrm>
        <a:graphic>
          <a:graphicData uri="http://schemas.openxmlformats.org/drawingml/2006/table">
            <a:tbl>
              <a:tblPr firstRow="1" bandRow="1">
                <a:tableStyleId>{769D2820-3025-494B-BCA4-C2BF6F9F02E9}</a:tableStyleId>
              </a:tblPr>
              <a:tblGrid>
                <a:gridCol w="852488">
                  <a:extLst>
                    <a:ext uri="{9D8B030D-6E8A-4147-A177-3AD203B41FA5}">
                      <a16:colId xmlns:a16="http://schemas.microsoft.com/office/drawing/2014/main" val="3982334003"/>
                    </a:ext>
                  </a:extLst>
                </a:gridCol>
                <a:gridCol w="3142147">
                  <a:extLst>
                    <a:ext uri="{9D8B030D-6E8A-4147-A177-3AD203B41FA5}">
                      <a16:colId xmlns:a16="http://schemas.microsoft.com/office/drawing/2014/main" val="379449061"/>
                    </a:ext>
                  </a:extLst>
                </a:gridCol>
                <a:gridCol w="803630">
                  <a:extLst>
                    <a:ext uri="{9D8B030D-6E8A-4147-A177-3AD203B41FA5}">
                      <a16:colId xmlns:a16="http://schemas.microsoft.com/office/drawing/2014/main" val="405808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Variable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Units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92268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Surface pressure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9621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Surface solar radiation downwards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J/m²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72977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Surface thermal radiation downwards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J/m²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8857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Total precipitation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09646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mwd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Mean wave direction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degrees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5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mwp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Mean wave period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405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swh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Significant wave height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23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750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50FE52AB-DAC9-2FF3-50A1-A6C4911F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BB1F97EF-D5D0-A34A-B112-84C3D66F06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06837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ERA5 Dataset: </a:t>
            </a:r>
            <a:r>
              <a:rPr lang="en-US" sz="2400" dirty="0"/>
              <a:t>Data Preparation Process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91CBD2-065E-E9D6-83E6-927C3985A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r>
              <a:rPr lang="en-US" b="1" dirty="0"/>
              <a:t>Download Process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notebook "0. Download </a:t>
            </a:r>
            <a:r>
              <a:rPr lang="en-US" dirty="0" err="1"/>
              <a:t>Dataset.ipynb</a:t>
            </a:r>
            <a:r>
              <a:rPr lang="en-US" dirty="0"/>
              <a:t>" developed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API configuration for data retrieval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Specified space and time intervals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Files downloaded in ZIP format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Two different files per spatial point</a:t>
            </a:r>
          </a:p>
          <a:p>
            <a:r>
              <a:rPr lang="en-US" b="1" dirty="0"/>
              <a:t>Processing: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Files extracted and merged into single file per spatial point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stored in "</a:t>
            </a:r>
            <a:r>
              <a:rPr lang="en-US" dirty="0" err="1"/>
              <a:t>dataset_train</a:t>
            </a:r>
            <a:r>
              <a:rPr lang="en-US" dirty="0"/>
              <a:t>" and "</a:t>
            </a:r>
            <a:r>
              <a:rPr lang="en-US" dirty="0" err="1"/>
              <a:t>dataset_test</a:t>
            </a:r>
            <a:r>
              <a:rPr lang="en-US" dirty="0"/>
              <a:t>" folders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"1. </a:t>
            </a:r>
            <a:r>
              <a:rPr lang="en-US" dirty="0" err="1"/>
              <a:t>Preprocessing.ipynb</a:t>
            </a:r>
            <a:r>
              <a:rPr lang="en-US" dirty="0"/>
              <a:t>" notebook compiled datasets into "combined.nc"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Visualization procedures developed</a:t>
            </a:r>
          </a:p>
        </p:txBody>
      </p:sp>
    </p:spTree>
    <p:extLst>
      <p:ext uri="{BB962C8B-B14F-4D97-AF65-F5344CB8AC3E}">
        <p14:creationId xmlns:p14="http://schemas.microsoft.com/office/powerpoint/2010/main" val="1576609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554A9B58-B362-AC22-0B5A-52284266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87EC37F6-F267-FFEE-A661-BBC0BC2AE1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06837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ERA5 Dataset: </a:t>
            </a:r>
            <a:r>
              <a:rPr lang="en-US" sz="2400" dirty="0"/>
              <a:t>Data Preparation Process</a:t>
            </a:r>
            <a:br>
              <a:rPr lang="en-US" sz="2400" b="1" dirty="0"/>
            </a:br>
            <a:endParaRPr lang="en-US" sz="2400" b="1" dirty="0"/>
          </a:p>
        </p:txBody>
      </p:sp>
      <p:pic>
        <p:nvPicPr>
          <p:cNvPr id="6" name="Picture 5" descr="A map of the islands&#10;&#10;AI-generated content may be incorrect.">
            <a:extLst>
              <a:ext uri="{FF2B5EF4-FFF2-40B4-BE49-F238E27FC236}">
                <a16:creationId xmlns:a16="http://schemas.microsoft.com/office/drawing/2014/main" id="{44B82384-5399-DB05-BA87-B39072D1C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688" y="1057106"/>
            <a:ext cx="5948623" cy="378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C4AB89CC-EBE2-B4ED-FBA0-F16524E89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oral Animation - Azores Region">
            <a:hlinkClick r:id="" action="ppaction://media"/>
            <a:extLst>
              <a:ext uri="{FF2B5EF4-FFF2-40B4-BE49-F238E27FC236}">
                <a16:creationId xmlns:a16="http://schemas.microsoft.com/office/drawing/2014/main" id="{311F4D77-6CCC-7B64-9424-DF12F2B0B6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86329" y="221592"/>
            <a:ext cx="6171341" cy="470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5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4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24C322B4-F744-2B32-0150-C4792BBE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0DBBF29D-E811-B7D0-944D-CFA194CC0D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Methodology &amp; Approach: </a:t>
            </a:r>
            <a:r>
              <a:rPr lang="en-US" sz="2400" dirty="0"/>
              <a:t>Region Selection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4BB666D-D0D4-C4E0-DE48-CCFBBB260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r>
              <a:rPr lang="en-US" sz="1600" b="1" dirty="0">
                <a:solidFill>
                  <a:schemeClr val="accent1"/>
                </a:solidFill>
              </a:rPr>
              <a:t>Geographical Boundaries</a:t>
            </a:r>
            <a:endParaRPr lang="en-US" sz="16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Latitude: 35° to 41° North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Longitude: 23° to 33° West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Coverage</a:t>
            </a:r>
            <a:br>
              <a:rPr lang="en-US" sz="1600" dirty="0"/>
            </a:br>
            <a:r>
              <a:rPr lang="en-US" sz="1600" dirty="0"/>
              <a:t>Adequately covers the Azores Archipelago and surrounding oceanic area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Time Period</a:t>
            </a:r>
            <a:br>
              <a:rPr lang="en-US" sz="1600" dirty="0"/>
            </a:br>
            <a:r>
              <a:rPr lang="en-US" sz="1600" dirty="0"/>
              <a:t>January 1st, 2025 to October 3rd, 2025</a:t>
            </a:r>
            <a:br>
              <a:rPr lang="en-US" sz="1600" dirty="0"/>
            </a:br>
            <a:r>
              <a:rPr lang="en-US" sz="1600" dirty="0"/>
              <a:t>Total: 6,624 registers per spatial point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Rationale</a:t>
            </a:r>
            <a:br>
              <a:rPr lang="en-US" sz="1600" dirty="0"/>
            </a:br>
            <a:r>
              <a:rPr lang="en-US" sz="1600" dirty="0"/>
              <a:t>Representative </a:t>
            </a:r>
            <a:r>
              <a:rPr lang="en-US" dirty="0"/>
              <a:t>analysis of local dynamics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B1CC1C60-57DC-A09C-F698-2BB352131D51}"/>
              </a:ext>
            </a:extLst>
          </p:cNvPr>
          <p:cNvSpPr/>
          <p:nvPr/>
        </p:nvSpPr>
        <p:spPr>
          <a:xfrm>
            <a:off x="4460487" y="1331135"/>
            <a:ext cx="4401015" cy="706244"/>
          </a:xfrm>
          <a:prstGeom prst="wedgeRectCallout">
            <a:avLst>
              <a:gd name="adj1" fmla="val -72980"/>
              <a:gd name="adj2" fmla="val -40564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24 rows (latitude) * 41 columns (longitude) * 6624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= 6,5 millions of registers</a:t>
            </a:r>
          </a:p>
        </p:txBody>
      </p:sp>
      <p:pic>
        <p:nvPicPr>
          <p:cNvPr id="3" name="Picture 2" descr="A map of the islands&#10;&#10;AI-generated content may be incorrect.">
            <a:extLst>
              <a:ext uri="{FF2B5EF4-FFF2-40B4-BE49-F238E27FC236}">
                <a16:creationId xmlns:a16="http://schemas.microsoft.com/office/drawing/2014/main" id="{EA32D29F-0079-6EBD-8BA5-6EECDE8CC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937" y="2993108"/>
            <a:ext cx="2824974" cy="179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66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58D34AA1-07A1-C6FA-962B-D3DB4986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380E94A9-E1C2-3CEF-A52D-52A2F6BBD3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Methodology &amp; Approach: </a:t>
            </a:r>
            <a:r>
              <a:rPr lang="en-US" sz="2400" dirty="0"/>
              <a:t>General Approach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FA34208-803B-73C8-B31E-3BE3825CB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Grid-Based Approach</a:t>
            </a:r>
            <a:br>
              <a:rPr lang="en-US" dirty="0"/>
            </a:br>
            <a:r>
              <a:rPr lang="en-US" dirty="0"/>
              <a:t>Incorporates information from neighboring points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Rationale</a:t>
            </a:r>
            <a:br>
              <a:rPr lang="en-US" dirty="0"/>
            </a:br>
            <a:r>
              <a:rPr lang="en-US" dirty="0"/>
              <a:t>Wave behavior is spatially correlated; evolution of a target point is influenced by surrounding environmental conditions.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Implementation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Central point + 8 adjacent neighbors</a:t>
            </a:r>
          </a:p>
          <a:p>
            <a:r>
              <a:rPr lang="en-US" dirty="0"/>
              <a:t>Wave properties predicted one hour ahead using data from all 9 points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28C51A-1939-EFB8-27D6-1941EC224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866909"/>
              </p:ext>
            </p:extLst>
          </p:nvPr>
        </p:nvGraphicFramePr>
        <p:xfrm>
          <a:off x="1198399" y="3762978"/>
          <a:ext cx="1457094" cy="1112520"/>
        </p:xfrm>
        <a:graphic>
          <a:graphicData uri="http://schemas.openxmlformats.org/drawingml/2006/table">
            <a:tbl>
              <a:tblPr firstRow="1" bandRow="1">
                <a:tableStyleId>{CC5DBBC2-F176-4C35-843F-43BAB5412D7A}</a:tableStyleId>
              </a:tblPr>
              <a:tblGrid>
                <a:gridCol w="485698">
                  <a:extLst>
                    <a:ext uri="{9D8B030D-6E8A-4147-A177-3AD203B41FA5}">
                      <a16:colId xmlns:a16="http://schemas.microsoft.com/office/drawing/2014/main" val="4021962947"/>
                    </a:ext>
                  </a:extLst>
                </a:gridCol>
                <a:gridCol w="485698">
                  <a:extLst>
                    <a:ext uri="{9D8B030D-6E8A-4147-A177-3AD203B41FA5}">
                      <a16:colId xmlns:a16="http://schemas.microsoft.com/office/drawing/2014/main" val="2310482016"/>
                    </a:ext>
                  </a:extLst>
                </a:gridCol>
                <a:gridCol w="485698">
                  <a:extLst>
                    <a:ext uri="{9D8B030D-6E8A-4147-A177-3AD203B41FA5}">
                      <a16:colId xmlns:a16="http://schemas.microsoft.com/office/drawing/2014/main" val="166607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25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88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9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479759"/>
                  </a:ext>
                </a:extLst>
              </a:tr>
            </a:tbl>
          </a:graphicData>
        </a:graphic>
      </p:graphicFrame>
      <p:sp>
        <p:nvSpPr>
          <p:cNvPr id="5" name="Subtitle 3">
            <a:extLst>
              <a:ext uri="{FF2B5EF4-FFF2-40B4-BE49-F238E27FC236}">
                <a16:creationId xmlns:a16="http://schemas.microsoft.com/office/drawing/2014/main" id="{085482C5-E7DB-0129-3AC6-21FE5A764254}"/>
              </a:ext>
            </a:extLst>
          </p:cNvPr>
          <p:cNvSpPr txBox="1">
            <a:spLocks/>
          </p:cNvSpPr>
          <p:nvPr/>
        </p:nvSpPr>
        <p:spPr>
          <a:xfrm>
            <a:off x="2813084" y="4062370"/>
            <a:ext cx="5572634" cy="456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-US" b="1" dirty="0"/>
              <a:t>(9 points) × (6 features) × (2 time steps) = 108 input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76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9C16B77C-E3EB-56F3-ACE6-CA357BB5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11627E09-928F-4516-A22E-E97122F17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2163455"/>
            <a:ext cx="7708800" cy="2250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Architecture Design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8076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B8F39535-A258-FF5F-CB59-86EBD5BF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D35F0858-A3B3-B5E1-2220-9E08F6667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Architecture Design</a:t>
            </a:r>
            <a:br>
              <a:rPr lang="en-US" b="1" dirty="0"/>
            </a:b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33D2B-0791-35B3-8F58-FFABA8FEE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10" y="1612397"/>
            <a:ext cx="7945603" cy="236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31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CE4655DD-6552-6612-1F0F-D4E8DCF6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BF04F488-F196-594C-D129-2491D25E09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Architecture Design: </a:t>
            </a:r>
            <a:r>
              <a:rPr lang="en-US" sz="2400" dirty="0"/>
              <a:t>Autoencoder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22C69FE-ADBF-6FEF-AECD-48FED81C9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r>
              <a:rPr lang="en-US" sz="1600" b="1" dirty="0">
                <a:solidFill>
                  <a:schemeClr val="accent1"/>
                </a:solidFill>
              </a:rPr>
              <a:t>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600" dirty="0"/>
              <a:t>Input: 108 dimensions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600" dirty="0"/>
              <a:t>Latent </a:t>
            </a:r>
            <a:r>
              <a:rPr lang="fr-FR" sz="1600" dirty="0" err="1"/>
              <a:t>space</a:t>
            </a:r>
            <a:r>
              <a:rPr lang="fr-FR" sz="1600" dirty="0"/>
              <a:t>: 32 dimensions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600" dirty="0"/>
              <a:t>Output: 108 dimensions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600" dirty="0"/>
              <a:t>Reduction factor: ~3x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Test Set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NRMSE = 0.112</a:t>
            </a:r>
            <a:endParaRPr lang="en-US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(</a:t>
            </a:r>
            <a:r>
              <a:rPr lang="en-US" dirty="0"/>
              <a:t>Standard scaler and autoencoder saved for consistency in next phase)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E801A-DB0E-1414-D7C2-A552D05D9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181" y="1084019"/>
            <a:ext cx="4164165" cy="29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01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F58D653C-A888-E779-3E04-3C08ABF5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22941EBA-82C4-5264-3538-03A0C725E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Architecture Design: </a:t>
            </a:r>
            <a:r>
              <a:rPr lang="en-US" sz="2400" dirty="0"/>
              <a:t>MLP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6E8C8E-C2C8-98AC-4BC2-94A742DC8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r>
              <a:rPr lang="en-US" sz="1600" b="1" dirty="0">
                <a:solidFill>
                  <a:schemeClr val="accent1"/>
                </a:solidFill>
              </a:rPr>
              <a:t>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Input: </a:t>
            </a:r>
            <a:r>
              <a:rPr lang="en-US" dirty="0"/>
              <a:t>32 latent features (encoded by autoencoder)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Layer 1:</a:t>
            </a:r>
            <a:r>
              <a:rPr lang="en-US" dirty="0"/>
              <a:t> 256 neurons (4× latent dimension)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Layer 2:</a:t>
            </a:r>
            <a:r>
              <a:rPr lang="en-US" dirty="0"/>
              <a:t> 128 neurons (½ of previous layer)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Activation:</a:t>
            </a:r>
            <a:r>
              <a:rPr lang="en-US" dirty="0"/>
              <a:t> </a:t>
            </a:r>
            <a:r>
              <a:rPr lang="en-US" dirty="0" err="1"/>
              <a:t>ReLU</a:t>
            </a:r>
            <a:r>
              <a:rPr lang="en-US" dirty="0"/>
              <a:t> (Rectified Linear Unit)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Regularization:</a:t>
            </a:r>
            <a:r>
              <a:rPr lang="en-US" dirty="0"/>
              <a:t> Dropout layer to prevent overfitting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Output: </a:t>
            </a:r>
            <a:r>
              <a:rPr lang="en-US" dirty="0"/>
              <a:t>3 wave parameters (</a:t>
            </a:r>
            <a:r>
              <a:rPr lang="en-US" dirty="0" err="1"/>
              <a:t>mwd</a:t>
            </a:r>
            <a:r>
              <a:rPr lang="en-US" dirty="0"/>
              <a:t>, </a:t>
            </a:r>
            <a:r>
              <a:rPr lang="en-US" dirty="0" err="1"/>
              <a:t>mwp</a:t>
            </a:r>
            <a:r>
              <a:rPr lang="en-US" dirty="0"/>
              <a:t>, </a:t>
            </a:r>
            <a:r>
              <a:rPr lang="en-US" dirty="0" err="1"/>
              <a:t>swh</a:t>
            </a:r>
            <a:r>
              <a:rPr lang="en-US" dirty="0"/>
              <a:t>)</a:t>
            </a:r>
          </a:p>
          <a:p>
            <a:pPr marL="152400" indent="0"/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Hyperparameters/Choices: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Algorithm: </a:t>
            </a:r>
            <a:r>
              <a:rPr lang="en-US" dirty="0"/>
              <a:t>Adam optimizer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Learning rate: </a:t>
            </a:r>
            <a:r>
              <a:rPr lang="en-US" dirty="0"/>
              <a:t>0.001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Loss function: </a:t>
            </a:r>
            <a:r>
              <a:rPr lang="en-US" dirty="0"/>
              <a:t>Mean Squared Error (MSE)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Epochs: </a:t>
            </a:r>
            <a:r>
              <a:rPr lang="en-US" dirty="0"/>
              <a:t>393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Batch size: </a:t>
            </a:r>
            <a:r>
              <a:rPr lang="en-US" dirty="0"/>
              <a:t>64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6941EA7-B5B8-5FEF-1CD2-3F6454200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243" y="1196637"/>
            <a:ext cx="2801680" cy="156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CB64CB-273A-DB13-50AE-75D985F37EFE}"/>
              </a:ext>
            </a:extLst>
          </p:cNvPr>
          <p:cNvSpPr txBox="1"/>
          <p:nvPr/>
        </p:nvSpPr>
        <p:spPr>
          <a:xfrm>
            <a:off x="5887471" y="2871160"/>
            <a:ext cx="24164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Generic MLP representation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7DFB0-7019-0144-320E-FF94227393D5}"/>
              </a:ext>
            </a:extLst>
          </p:cNvPr>
          <p:cNvSpPr txBox="1"/>
          <p:nvPr/>
        </p:nvSpPr>
        <p:spPr>
          <a:xfrm>
            <a:off x="7746381" y="996599"/>
            <a:ext cx="505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2"/>
                </a:solidFill>
              </a:rPr>
              <a:t>(3)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327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24C7C13C-240D-0BAD-CA0D-A09B7BC3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D5CAE9B7-0EB5-849D-810A-9DB99C4468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Results and Performance: </a:t>
            </a:r>
            <a:r>
              <a:rPr lang="en-US" sz="2400" b="1" dirty="0" err="1"/>
              <a:t>mwd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935CF-2DAE-F890-672F-09F941CF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56" y="1084041"/>
            <a:ext cx="3318027" cy="3321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7474B7-A24C-053A-1806-D9D1E8420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41" y="1159662"/>
            <a:ext cx="4564958" cy="324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51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930B4301-5A38-E80A-8CA3-7D1EC63C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77256C5F-7C91-BEE9-05AA-4CDA13D770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Results and Performance: </a:t>
            </a:r>
            <a:r>
              <a:rPr lang="en-US" sz="2400" b="1" dirty="0" err="1"/>
              <a:t>mwd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A75D1-5D22-3498-72BB-F92ED89E5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29" y="996599"/>
            <a:ext cx="6510541" cy="38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26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442C37CC-BA94-4E45-EAC5-64EAACDC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7248EBB9-878F-8E60-20B2-49E42CBCB9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Results and Performance: </a:t>
            </a:r>
            <a:r>
              <a:rPr lang="en-US" sz="2400" b="1" dirty="0" err="1"/>
              <a:t>mwp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DDF7E-5C13-D0F2-4B79-5DD2D2455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53" y="1184707"/>
            <a:ext cx="3163830" cy="3163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FE5A2D-0409-F2C2-B17F-662AF1ADB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721" y="1215624"/>
            <a:ext cx="4249643" cy="30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40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D872EA56-A720-140A-5AE7-40C857EE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148F98A0-F7B8-F8A3-E5B6-C7AD988C6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Results and Performance: </a:t>
            </a:r>
            <a:r>
              <a:rPr lang="en-US" sz="2400" b="1" dirty="0" err="1"/>
              <a:t>mwp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DB5AEA-A9A2-5B70-680D-762FC3457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29" y="996599"/>
            <a:ext cx="6510541" cy="38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80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2C374F57-C40F-8EE9-8190-DD49DC94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F07D73EF-A91E-F575-4A86-792C82B8D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Results and Performance: </a:t>
            </a:r>
            <a:r>
              <a:rPr lang="en-US" sz="2400" b="1" dirty="0" err="1"/>
              <a:t>swh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8B923-B8FC-8559-35BD-F3A320E80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97" y="1237173"/>
            <a:ext cx="3163830" cy="3163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D311E3-7F96-AB12-EE1B-44D0A29A8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696" y="1340164"/>
            <a:ext cx="4160223" cy="295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11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206DE16B-F7E0-B29A-E248-818BC953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39981A94-F639-F4E9-9C29-397F0B575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Results and Performance: </a:t>
            </a:r>
            <a:r>
              <a:rPr lang="en-US" sz="2400" b="1" dirty="0" err="1"/>
              <a:t>swh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D0711-B98B-926E-9417-4CEF7C99B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29" y="996599"/>
            <a:ext cx="6510541" cy="38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14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AC9CD6D6-CA23-C87B-77B4-92930955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1342A9CC-8EDC-CE3C-C0D2-01827F557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Results and Performance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10A58C-2212-7787-0816-F35D324AC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352339"/>
              </p:ext>
            </p:extLst>
          </p:nvPr>
        </p:nvGraphicFramePr>
        <p:xfrm>
          <a:off x="2550562" y="1672552"/>
          <a:ext cx="4042876" cy="1798396"/>
        </p:xfrm>
        <a:graphic>
          <a:graphicData uri="http://schemas.openxmlformats.org/drawingml/2006/table">
            <a:tbl>
              <a:tblPr firstRow="1" bandRow="1">
                <a:tableStyleId>{769D2820-3025-494B-BCA4-C2BF6F9F02E9}</a:tableStyleId>
              </a:tblPr>
              <a:tblGrid>
                <a:gridCol w="1010719">
                  <a:extLst>
                    <a:ext uri="{9D8B030D-6E8A-4147-A177-3AD203B41FA5}">
                      <a16:colId xmlns:a16="http://schemas.microsoft.com/office/drawing/2014/main" val="3840710068"/>
                    </a:ext>
                  </a:extLst>
                </a:gridCol>
                <a:gridCol w="1010719">
                  <a:extLst>
                    <a:ext uri="{9D8B030D-6E8A-4147-A177-3AD203B41FA5}">
                      <a16:colId xmlns:a16="http://schemas.microsoft.com/office/drawing/2014/main" val="1187602595"/>
                    </a:ext>
                  </a:extLst>
                </a:gridCol>
                <a:gridCol w="1010719">
                  <a:extLst>
                    <a:ext uri="{9D8B030D-6E8A-4147-A177-3AD203B41FA5}">
                      <a16:colId xmlns:a16="http://schemas.microsoft.com/office/drawing/2014/main" val="4133570226"/>
                    </a:ext>
                  </a:extLst>
                </a:gridCol>
                <a:gridCol w="1010719">
                  <a:extLst>
                    <a:ext uri="{9D8B030D-6E8A-4147-A177-3AD203B41FA5}">
                      <a16:colId xmlns:a16="http://schemas.microsoft.com/office/drawing/2014/main" val="3824557489"/>
                    </a:ext>
                  </a:extLst>
                </a:gridCol>
              </a:tblGrid>
              <a:tr h="4495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Target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RMSE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MAE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R</a:t>
                      </a:r>
                      <a:r>
                        <a:rPr lang="en-US" sz="1600" b="1" baseline="30000" dirty="0">
                          <a:effectLst/>
                        </a:rPr>
                        <a:t>2</a:t>
                      </a:r>
                      <a:endParaRPr lang="en-US" sz="1600" b="1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84672863"/>
                  </a:ext>
                </a:extLst>
              </a:tr>
              <a:tr h="44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mwd</a:t>
                      </a:r>
                      <a:endParaRPr lang="en-US" sz="16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2.5619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.5574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0.9994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95499977"/>
                  </a:ext>
                </a:extLst>
              </a:tr>
              <a:tr h="44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mwp</a:t>
                      </a:r>
                      <a:endParaRPr lang="en-US" sz="16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0.0984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0.0743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0.9955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48037414"/>
                  </a:ext>
                </a:extLst>
              </a:tr>
              <a:tr h="44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swh</a:t>
                      </a:r>
                      <a:endParaRPr lang="en-US" sz="16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0.0613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0.0445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0.9977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1666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810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FECDDAED-1ABB-CBBC-052F-34DA3D04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78A4A887-2C3A-02A4-8877-64A9A5C77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Discussion: </a:t>
            </a:r>
            <a:r>
              <a:rPr lang="en-US" sz="2400" dirty="0"/>
              <a:t>Overall Performance Assessment</a:t>
            </a: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473792-BBD1-8CFC-5CFB-3F39A6BC2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897" y="1010449"/>
            <a:ext cx="8118829" cy="3122601"/>
          </a:xfrm>
        </p:spPr>
        <p:txBody>
          <a:bodyPr/>
          <a:lstStyle/>
          <a:p>
            <a:pPr marL="152400" indent="0"/>
            <a:r>
              <a:rPr lang="en-US" sz="1600" dirty="0"/>
              <a:t>The forecasting model demonstrated </a:t>
            </a:r>
            <a:r>
              <a:rPr lang="en-US" sz="1600" b="1" dirty="0"/>
              <a:t>overall good performance</a:t>
            </a:r>
            <a:r>
              <a:rPr lang="en-US" sz="1600" dirty="0"/>
              <a:t> for one-hour wave prediction.</a:t>
            </a:r>
          </a:p>
          <a:p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Low MAE and RMSE values across all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Model successfully learned from two previous time steps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Effective one-hour-ahead forecasting capability</a:t>
            </a:r>
          </a:p>
          <a:p>
            <a:endParaRPr lang="en-US" sz="1600" dirty="0"/>
          </a:p>
          <a:p>
            <a:pPr marL="152400" indent="0"/>
            <a:r>
              <a:rPr lang="en-US" sz="1600" dirty="0"/>
              <a:t>Compact autoencoder representation effectively preserved spatial and temporal dependencies while significantly reducing input dimensionality.</a:t>
            </a:r>
          </a:p>
          <a:p>
            <a:pPr marL="152400" indent="0"/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Performance</a:t>
            </a:r>
            <a:endParaRPr lang="en-US" sz="16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No need for supercomputing infrastructure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Validates autoencoder-MLP framework</a:t>
            </a:r>
          </a:p>
          <a:p>
            <a:pPr marL="152400" indent="0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34898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E6F0B057-5D8E-C384-8CB4-F3DF15ED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FEFA907A-FFE3-2BED-1EDD-98A2FBF2C7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Conclusions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66DABE-3531-6C7C-8F56-774AA22C3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8"/>
            <a:ext cx="8118829" cy="286984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Short-term wave forecasting in Azores region using data-driven approach is viable and effective.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Integration of autoencoder with MLP successful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108D → 32D compression effective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Accurate one-hour-ahead predictions achieved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Low normalized errors across all variables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Successfully captured while maintaining computational </a:t>
            </a:r>
            <a:r>
              <a:rPr lang="en-US" sz="1600" dirty="0" err="1"/>
              <a:t>lightweightness</a:t>
            </a:r>
            <a:endParaRPr lang="en-US" sz="1600" dirty="0"/>
          </a:p>
          <a:p>
            <a:pPr marL="152400" indent="0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6878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820E1F7A-9576-0602-7C59-8CEE8E64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11159630-D4D3-D372-92FF-2632FBC8E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94560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Next Steps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BC17D64-0F82-DBBC-9388-B519E0AB7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200" y="1196638"/>
            <a:ext cx="7651332" cy="286984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Analyze new available data, from sensor deployed and from simulations.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If needed run Simulations to get more data using </a:t>
            </a:r>
            <a:r>
              <a:rPr lang="en-US" sz="1600" dirty="0" err="1"/>
              <a:t>Inductiva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Built a data preprocessing pipeline from SWAN output to </a:t>
            </a:r>
            <a:r>
              <a:rPr lang="en-US" sz="1600" dirty="0" err="1"/>
              <a:t>netCDF</a:t>
            </a:r>
            <a:r>
              <a:rPr lang="en-US" sz="1600" dirty="0"/>
              <a:t> format.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Train ML model that surrogates SWAN simulations in Azores region.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Write a manual to train the network in other locations, giving the possibility to extend the capabilities of the model.</a:t>
            </a:r>
          </a:p>
          <a:p>
            <a:pPr marL="152400" indent="0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83097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75E0C3F3-C916-DEAA-2CCF-B1C59135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7BEF80-3231-31D6-8A9E-9A54F750A2DF}"/>
              </a:ext>
            </a:extLst>
          </p:cNvPr>
          <p:cNvSpPr txBox="1"/>
          <p:nvPr/>
        </p:nvSpPr>
        <p:spPr>
          <a:xfrm>
            <a:off x="1518276" y="1634973"/>
            <a:ext cx="59976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8000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 Medium"/>
                <a:cs typeface="Alexandria Medium"/>
                <a:sym typeface="Alexandria Medium"/>
              </a:rPr>
              <a:t>Thank you!</a:t>
            </a:r>
            <a:endParaRPr lang="en-US" sz="4800" dirty="0">
              <a:solidFill>
                <a:schemeClr val="accent1"/>
              </a:solidFill>
              <a:latin typeface="Alexandria Medium"/>
              <a:cs typeface="Alexandria Medium"/>
            </a:endParaRPr>
          </a:p>
        </p:txBody>
      </p:sp>
      <p:sp>
        <p:nvSpPr>
          <p:cNvPr id="5" name="Google Shape;222;p37">
            <a:extLst>
              <a:ext uri="{FF2B5EF4-FFF2-40B4-BE49-F238E27FC236}">
                <a16:creationId xmlns:a16="http://schemas.microsoft.com/office/drawing/2014/main" id="{F28B79C6-E8E9-B6F2-E909-4336287E6DBB}"/>
              </a:ext>
            </a:extLst>
          </p:cNvPr>
          <p:cNvSpPr txBox="1">
            <a:spLocks/>
          </p:cNvSpPr>
          <p:nvPr/>
        </p:nvSpPr>
        <p:spPr>
          <a:xfrm>
            <a:off x="5049573" y="4474596"/>
            <a:ext cx="3834231" cy="4468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600" b="1" dirty="0">
                <a:solidFill>
                  <a:schemeClr val="tx1"/>
                </a:solidFill>
              </a:rPr>
              <a:t>Bernardo Chagas, nº 103639</a:t>
            </a:r>
          </a:p>
        </p:txBody>
      </p:sp>
      <p:pic>
        <p:nvPicPr>
          <p:cNvPr id="2050" name="Picture 2" descr="Instituto Superior Técnico - Wikipedia">
            <a:extLst>
              <a:ext uri="{FF2B5EF4-FFF2-40B4-BE49-F238E27FC236}">
                <a16:creationId xmlns:a16="http://schemas.microsoft.com/office/drawing/2014/main" id="{EEDFA5CE-1517-3614-F3B7-08F0106F3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02" y="170828"/>
            <a:ext cx="1784195" cy="76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353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D970707B-C009-252C-1803-A31EC84B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28EDF406-3F12-C86B-9B5E-003AFA271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399" y="461601"/>
            <a:ext cx="7068372" cy="534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/>
              <a:t>Images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50C47E0-36B7-068F-228F-741B0273E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199" y="1196637"/>
            <a:ext cx="8118829" cy="3122601"/>
          </a:xfrm>
        </p:spPr>
        <p:txBody>
          <a:bodyPr/>
          <a:lstStyle/>
          <a:p>
            <a:pPr marL="4953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https://www.ecmwf.int/en/about/media-centre/news/2015/course-probes-numerical-methods-weather-forecasting</a:t>
            </a:r>
            <a:r>
              <a:rPr lang="en-US" dirty="0"/>
              <a:t> </a:t>
            </a:r>
          </a:p>
          <a:p>
            <a:pPr marL="4953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https://www.newswire.ca/news-releases/ibm-makes-higher-quality-weather-forecasts-available-worldwide-857519446.html</a:t>
            </a:r>
            <a:r>
              <a:rPr lang="en-US" dirty="0"/>
              <a:t> </a:t>
            </a:r>
          </a:p>
          <a:p>
            <a:pPr marL="4953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https://commons.wikimedia.org/wiki/File:MultiLayerNeuralNetwork_english.png</a:t>
            </a:r>
            <a:r>
              <a:rPr lang="en-US" dirty="0"/>
              <a:t> </a:t>
            </a:r>
          </a:p>
          <a:p>
            <a:pPr marL="495300" indent="-342900">
              <a:buFont typeface="+mj-lt"/>
              <a:buAutoNum type="arabicPeriod"/>
            </a:pPr>
            <a:endParaRPr lang="en-US" dirty="0"/>
          </a:p>
          <a:p>
            <a:pPr marL="495300" indent="-342900">
              <a:buFont typeface="+mj-lt"/>
              <a:buAutoNum type="arabicPeriod"/>
            </a:pPr>
            <a:endParaRPr lang="en-US" dirty="0"/>
          </a:p>
          <a:p>
            <a:pPr marL="4953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202294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1073</Words>
  <Application>Microsoft Office PowerPoint</Application>
  <PresentationFormat>On-screen Show (16:9)</PresentationFormat>
  <Paragraphs>243</Paragraphs>
  <Slides>30</Slides>
  <Notes>30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Albert Sans</vt:lpstr>
      <vt:lpstr>Alexandria Medium</vt:lpstr>
      <vt:lpstr>Arial</vt:lpstr>
      <vt:lpstr>Wingdings</vt:lpstr>
      <vt:lpstr>Lead Funnel by Slidesgo</vt:lpstr>
      <vt:lpstr>Wave Properties Forecasting</vt:lpstr>
      <vt:lpstr>01</vt:lpstr>
      <vt:lpstr>Introduction &amp; Problem Definition</vt:lpstr>
      <vt:lpstr>The Challenge </vt:lpstr>
      <vt:lpstr>Project Goals</vt:lpstr>
      <vt:lpstr>Literature Review</vt:lpstr>
      <vt:lpstr>PowerPoint Presentation</vt:lpstr>
      <vt:lpstr>ERA5 Dataset</vt:lpstr>
      <vt:lpstr>ERA5 Dataset: Variables</vt:lpstr>
      <vt:lpstr>ERA5 Dataset: Data Preparation Process </vt:lpstr>
      <vt:lpstr>ERA5 Dataset: Data Preparation Process </vt:lpstr>
      <vt:lpstr>PowerPoint Presentation</vt:lpstr>
      <vt:lpstr>Methodology &amp; Approach: Region Selection  </vt:lpstr>
      <vt:lpstr>Methodology &amp; Approach: General Approach  </vt:lpstr>
      <vt:lpstr>Architecture Design</vt:lpstr>
      <vt:lpstr>Architecture Design </vt:lpstr>
      <vt:lpstr>Architecture Design: Autoencoder  </vt:lpstr>
      <vt:lpstr>Architecture Design: MLP  </vt:lpstr>
      <vt:lpstr>Results and Performance: mwd  </vt:lpstr>
      <vt:lpstr>Results and Performance: mwd  </vt:lpstr>
      <vt:lpstr>Results and Performance: mwp  </vt:lpstr>
      <vt:lpstr>Results and Performance: mwp  </vt:lpstr>
      <vt:lpstr>Results and Performance: swh  </vt:lpstr>
      <vt:lpstr>Results and Performance: swh  </vt:lpstr>
      <vt:lpstr>Results and Performance  </vt:lpstr>
      <vt:lpstr>Discussion: Overall Performance Assessment   </vt:lpstr>
      <vt:lpstr>Conclusions </vt:lpstr>
      <vt:lpstr>Next Steps </vt:lpstr>
      <vt:lpstr>PowerPoint Presentation</vt:lpstr>
      <vt:lpstr>Images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BERNARDO MORAIS CHAGAS</cp:lastModifiedBy>
  <cp:revision>12</cp:revision>
  <dcterms:modified xsi:type="dcterms:W3CDTF">2026-01-26T16:27:42Z</dcterms:modified>
</cp:coreProperties>
</file>